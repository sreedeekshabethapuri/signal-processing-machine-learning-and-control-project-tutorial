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6" r:id="rId4"/>
  </p:sldMasterIdLst>
  <p:notesMasterIdLst>
    <p:notesMasterId r:id="rId34"/>
  </p:notesMasterIdLst>
  <p:sldIdLst>
    <p:sldId id="256" r:id="rId5"/>
    <p:sldId id="257" r:id="rId6"/>
    <p:sldId id="299" r:id="rId7"/>
    <p:sldId id="295" r:id="rId8"/>
    <p:sldId id="296" r:id="rId9"/>
    <p:sldId id="311" r:id="rId10"/>
    <p:sldId id="300" r:id="rId11"/>
    <p:sldId id="298" r:id="rId12"/>
    <p:sldId id="301" r:id="rId13"/>
    <p:sldId id="309" r:id="rId14"/>
    <p:sldId id="290" r:id="rId15"/>
    <p:sldId id="297" r:id="rId16"/>
    <p:sldId id="260" r:id="rId17"/>
    <p:sldId id="282" r:id="rId18"/>
    <p:sldId id="283" r:id="rId19"/>
    <p:sldId id="285" r:id="rId20"/>
    <p:sldId id="286" r:id="rId21"/>
    <p:sldId id="287" r:id="rId22"/>
    <p:sldId id="288" r:id="rId23"/>
    <p:sldId id="264" r:id="rId24"/>
    <p:sldId id="278" r:id="rId25"/>
    <p:sldId id="279" r:id="rId26"/>
    <p:sldId id="303" r:id="rId27"/>
    <p:sldId id="304" r:id="rId28"/>
    <p:sldId id="305" r:id="rId29"/>
    <p:sldId id="310" r:id="rId30"/>
    <p:sldId id="306" r:id="rId31"/>
    <p:sldId id="308" r:id="rId32"/>
    <p:sldId id="307"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97AA642-E1BC-D32F-6750-72ED4F35BB65}" v="884" dt="2026-09-28T19:12:08.36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60" d="100"/>
          <a:sy n="60" d="100"/>
        </p:scale>
        <p:origin x="72" y="12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5/10/relationships/revisionInfo" Target="revisionInfo.xml"/><Relationship Id="rId21" Type="http://schemas.openxmlformats.org/officeDocument/2006/relationships/slide" Target="slides/slide17.xml"/><Relationship Id="rId34"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0CDDEE2-C95D-4BAC-9156-A288A9CB925B}" type="datetimeFigureOut">
              <a:rPr lang="en-US" smtClean="0"/>
              <a:t>9/30/2026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CA5EDE6-96B1-4192-ABE3-6D98B6593062}" type="slidenum">
              <a:rPr lang="en-US" smtClean="0"/>
              <a:t>‹#›</a:t>
            </a:fld>
            <a:endParaRPr lang="en-US"/>
          </a:p>
        </p:txBody>
      </p:sp>
    </p:spTree>
    <p:extLst>
      <p:ext uri="{BB962C8B-B14F-4D97-AF65-F5344CB8AC3E}">
        <p14:creationId xmlns:p14="http://schemas.microsoft.com/office/powerpoint/2010/main" val="35474594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CA5EDE6-96B1-4192-ABE3-6D98B6593062}" type="slidenum">
              <a:rPr lang="en-US" smtClean="0"/>
              <a:t>2</a:t>
            </a:fld>
            <a:endParaRPr lang="en-US"/>
          </a:p>
        </p:txBody>
      </p:sp>
    </p:spTree>
    <p:extLst>
      <p:ext uri="{BB962C8B-B14F-4D97-AF65-F5344CB8AC3E}">
        <p14:creationId xmlns:p14="http://schemas.microsoft.com/office/powerpoint/2010/main" val="1697808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lnSpc>
                <a:spcPct val="120000"/>
              </a:lnSpc>
              <a:spcBef>
                <a:spcPts val="1000"/>
              </a:spcBef>
              <a:buFont typeface="Arial"/>
              <a:buChar char="•"/>
            </a:pPr>
            <a:r>
              <a:rPr lang="en-US" dirty="0">
                <a:solidFill>
                  <a:srgbClr val="1D3433"/>
                </a:solidFill>
              </a:rPr>
              <a:t>Collection of interacting components </a:t>
            </a:r>
            <a:endParaRPr lang="en-US" dirty="0">
              <a:solidFill>
                <a:srgbClr val="131313"/>
              </a:solidFill>
            </a:endParaRPr>
          </a:p>
          <a:p>
            <a:endParaRPr lang="en-US" dirty="0">
              <a:latin typeface="Calibri"/>
              <a:ea typeface="Calibri"/>
              <a:cs typeface="Calibri"/>
            </a:endParaRPr>
          </a:p>
        </p:txBody>
      </p:sp>
      <p:sp>
        <p:nvSpPr>
          <p:cNvPr id="4" name="Slide Number Placeholder 3"/>
          <p:cNvSpPr>
            <a:spLocks noGrp="1"/>
          </p:cNvSpPr>
          <p:nvPr>
            <p:ph type="sldNum" sz="quarter" idx="5"/>
          </p:nvPr>
        </p:nvSpPr>
        <p:spPr/>
        <p:txBody>
          <a:bodyPr/>
          <a:lstStyle/>
          <a:p>
            <a:fld id="{5CA5EDE6-96B1-4192-ABE3-6D98B6593062}" type="slidenum">
              <a:rPr lang="en-US" smtClean="0"/>
              <a:t>5</a:t>
            </a:fld>
            <a:endParaRPr lang="en-US"/>
          </a:p>
        </p:txBody>
      </p:sp>
    </p:spTree>
    <p:extLst>
      <p:ext uri="{BB962C8B-B14F-4D97-AF65-F5344CB8AC3E}">
        <p14:creationId xmlns:p14="http://schemas.microsoft.com/office/powerpoint/2010/main" val="37120535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alibri"/>
                <a:ea typeface="Calibri"/>
                <a:cs typeface="Calibri"/>
              </a:rPr>
              <a:t>The watch can sense data; WADA makes that data usable for our experiments. </a:t>
            </a:r>
          </a:p>
        </p:txBody>
      </p:sp>
      <p:sp>
        <p:nvSpPr>
          <p:cNvPr id="4" name="Slide Number Placeholder 3"/>
          <p:cNvSpPr>
            <a:spLocks noGrp="1"/>
          </p:cNvSpPr>
          <p:nvPr>
            <p:ph type="sldNum" sz="quarter" idx="5"/>
          </p:nvPr>
        </p:nvSpPr>
        <p:spPr/>
        <p:txBody>
          <a:bodyPr/>
          <a:lstStyle/>
          <a:p>
            <a:fld id="{5CA5EDE6-96B1-4192-ABE3-6D98B6593062}" type="slidenum">
              <a:rPr lang="en-US" smtClean="0"/>
              <a:t>8</a:t>
            </a:fld>
            <a:endParaRPr lang="en-US"/>
          </a:p>
        </p:txBody>
      </p:sp>
    </p:spTree>
    <p:extLst>
      <p:ext uri="{BB962C8B-B14F-4D97-AF65-F5344CB8AC3E}">
        <p14:creationId xmlns:p14="http://schemas.microsoft.com/office/powerpoint/2010/main" val="8402251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Calibri"/>
              <a:ea typeface="Calibri"/>
              <a:cs typeface="Calibri"/>
            </a:endParaRPr>
          </a:p>
        </p:txBody>
      </p:sp>
      <p:sp>
        <p:nvSpPr>
          <p:cNvPr id="4" name="Slide Number Placeholder 3"/>
          <p:cNvSpPr>
            <a:spLocks noGrp="1"/>
          </p:cNvSpPr>
          <p:nvPr>
            <p:ph type="sldNum" sz="quarter" idx="5"/>
          </p:nvPr>
        </p:nvSpPr>
        <p:spPr/>
        <p:txBody>
          <a:bodyPr/>
          <a:lstStyle/>
          <a:p>
            <a:fld id="{5CA5EDE6-96B1-4192-ABE3-6D98B6593062}" type="slidenum">
              <a:rPr lang="en-US" smtClean="0"/>
              <a:t>9</a:t>
            </a:fld>
            <a:endParaRPr lang="en-US"/>
          </a:p>
        </p:txBody>
      </p:sp>
    </p:spTree>
    <p:extLst>
      <p:ext uri="{BB962C8B-B14F-4D97-AF65-F5344CB8AC3E}">
        <p14:creationId xmlns:p14="http://schemas.microsoft.com/office/powerpoint/2010/main" val="37566147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alibri"/>
                <a:ea typeface="Calibri"/>
                <a:cs typeface="Calibri"/>
              </a:rPr>
              <a:t>The configuration tells WADA what you want to collect and what labels should appear during recording. This </a:t>
            </a:r>
            <a:r>
              <a:rPr lang="en-US" dirty="0" err="1">
                <a:latin typeface="Calibri"/>
                <a:ea typeface="Calibri"/>
                <a:cs typeface="Calibri"/>
              </a:rPr>
              <a:t>confugration</a:t>
            </a:r>
            <a:r>
              <a:rPr lang="en-US" dirty="0">
                <a:latin typeface="Calibri"/>
                <a:ea typeface="Calibri"/>
                <a:cs typeface="Calibri"/>
              </a:rPr>
              <a:t> is already provided for all of the watches. </a:t>
            </a:r>
            <a:endParaRPr lang="en-US" dirty="0"/>
          </a:p>
        </p:txBody>
      </p:sp>
      <p:sp>
        <p:nvSpPr>
          <p:cNvPr id="4" name="Slide Number Placeholder 3"/>
          <p:cNvSpPr>
            <a:spLocks noGrp="1"/>
          </p:cNvSpPr>
          <p:nvPr>
            <p:ph type="sldNum" sz="quarter" idx="5"/>
          </p:nvPr>
        </p:nvSpPr>
        <p:spPr/>
        <p:txBody>
          <a:bodyPr/>
          <a:lstStyle/>
          <a:p>
            <a:fld id="{5CA5EDE6-96B1-4192-ABE3-6D98B6593062}" type="slidenum">
              <a:rPr lang="en-US" smtClean="0"/>
              <a:t>12</a:t>
            </a:fld>
            <a:endParaRPr lang="en-US"/>
          </a:p>
        </p:txBody>
      </p:sp>
    </p:spTree>
    <p:extLst>
      <p:ext uri="{BB962C8B-B14F-4D97-AF65-F5344CB8AC3E}">
        <p14:creationId xmlns:p14="http://schemas.microsoft.com/office/powerpoint/2010/main" val="17762429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lnSpc>
                <a:spcPct val="120000"/>
              </a:lnSpc>
              <a:spcBef>
                <a:spcPts val="1000"/>
              </a:spcBef>
              <a:buFont typeface="Arial"/>
              <a:buChar char="•"/>
            </a:pPr>
            <a:r>
              <a:rPr lang="en-US" dirty="0">
                <a:solidFill>
                  <a:srgbClr val="1D3433"/>
                </a:solidFill>
              </a:rPr>
              <a:t>Before start collecting data, set appropriate annotations</a:t>
            </a:r>
            <a:endParaRPr lang="en-US" dirty="0">
              <a:solidFill>
                <a:srgbClr val="131313"/>
              </a:solidFill>
            </a:endParaRPr>
          </a:p>
          <a:p>
            <a:pPr marL="285750" indent="-285750">
              <a:lnSpc>
                <a:spcPct val="120000"/>
              </a:lnSpc>
              <a:spcBef>
                <a:spcPts val="1000"/>
              </a:spcBef>
              <a:buFont typeface="Arial"/>
              <a:buChar char="•"/>
            </a:pPr>
            <a:r>
              <a:rPr lang="en-US" dirty="0">
                <a:solidFill>
                  <a:srgbClr val="1D3433"/>
                </a:solidFill>
              </a:rPr>
              <a:t>The selected annotations are shown at the top of Home screen (separated by dashes)</a:t>
            </a:r>
            <a:endParaRPr lang="en-US" dirty="0">
              <a:solidFill>
                <a:srgbClr val="131313"/>
              </a:solidFill>
            </a:endParaRPr>
          </a:p>
          <a:p>
            <a:endParaRPr lang="en-US" dirty="0">
              <a:latin typeface="Calibri"/>
              <a:ea typeface="Calibri"/>
              <a:cs typeface="Calibri"/>
            </a:endParaRPr>
          </a:p>
        </p:txBody>
      </p:sp>
      <p:sp>
        <p:nvSpPr>
          <p:cNvPr id="4" name="Slide Number Placeholder 3"/>
          <p:cNvSpPr>
            <a:spLocks noGrp="1"/>
          </p:cNvSpPr>
          <p:nvPr>
            <p:ph type="sldNum" sz="quarter" idx="5"/>
          </p:nvPr>
        </p:nvSpPr>
        <p:spPr/>
        <p:txBody>
          <a:bodyPr/>
          <a:lstStyle/>
          <a:p>
            <a:fld id="{5CA5EDE6-96B1-4192-ABE3-6D98B6593062}" type="slidenum">
              <a:rPr lang="en-US" smtClean="0"/>
              <a:t>15</a:t>
            </a:fld>
            <a:endParaRPr lang="en-US"/>
          </a:p>
        </p:txBody>
      </p:sp>
    </p:spTree>
    <p:extLst>
      <p:ext uri="{BB962C8B-B14F-4D97-AF65-F5344CB8AC3E}">
        <p14:creationId xmlns:p14="http://schemas.microsoft.com/office/powerpoint/2010/main" val="16760724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spcAft>
                <a:spcPts val="600"/>
              </a:spcAft>
              <a:buFont typeface="Arial,Sans-Serif"/>
              <a:buChar char="•"/>
            </a:pPr>
            <a:r>
              <a:rPr lang="en-US" dirty="0">
                <a:solidFill>
                  <a:srgbClr val="131313"/>
                </a:solidFill>
              </a:rPr>
              <a:t>Before starting, check that the annotations are selected properly. Annotations changed during </a:t>
            </a:r>
            <a:r>
              <a:rPr lang="en-US" dirty="0" err="1">
                <a:solidFill>
                  <a:srgbClr val="131313"/>
                </a:solidFill>
              </a:rPr>
              <a:t>datacollection</a:t>
            </a:r>
            <a:r>
              <a:rPr lang="en-US" dirty="0">
                <a:solidFill>
                  <a:srgbClr val="131313"/>
                </a:solidFill>
              </a:rPr>
              <a:t> (after start is pressed) are not reflected in the file name (annotations) of current data.</a:t>
            </a:r>
          </a:p>
          <a:p>
            <a:pPr marL="285750" indent="-285750">
              <a:spcAft>
                <a:spcPts val="600"/>
              </a:spcAft>
              <a:buFont typeface="Arial,Sans-Serif"/>
              <a:buChar char="•"/>
            </a:pPr>
            <a:r>
              <a:rPr lang="en-US" dirty="0">
                <a:solidFill>
                  <a:srgbClr val="131313"/>
                </a:solidFill>
              </a:rPr>
              <a:t>The home screen never sleeps if it is in the foreground. For long term data collection, the app should </a:t>
            </a:r>
            <a:r>
              <a:rPr lang="en-US" dirty="0" err="1">
                <a:solidFill>
                  <a:srgbClr val="131313"/>
                </a:solidFill>
              </a:rPr>
              <a:t>beclosed</a:t>
            </a:r>
            <a:r>
              <a:rPr lang="en-US" dirty="0">
                <a:solidFill>
                  <a:srgbClr val="131313"/>
                </a:solidFill>
              </a:rPr>
              <a:t> (by swiping) . Appropriate button (green/red) appears when the app is opened again.</a:t>
            </a:r>
          </a:p>
          <a:p>
            <a:endParaRPr lang="en-US" dirty="0">
              <a:latin typeface="Calibri"/>
              <a:ea typeface="Calibri"/>
              <a:cs typeface="Calibri"/>
            </a:endParaRPr>
          </a:p>
        </p:txBody>
      </p:sp>
      <p:sp>
        <p:nvSpPr>
          <p:cNvPr id="4" name="Slide Number Placeholder 3"/>
          <p:cNvSpPr>
            <a:spLocks noGrp="1"/>
          </p:cNvSpPr>
          <p:nvPr>
            <p:ph type="sldNum" sz="quarter" idx="5"/>
          </p:nvPr>
        </p:nvSpPr>
        <p:spPr/>
        <p:txBody>
          <a:bodyPr/>
          <a:lstStyle/>
          <a:p>
            <a:fld id="{5CA5EDE6-96B1-4192-ABE3-6D98B6593062}" type="slidenum">
              <a:rPr lang="en-US" smtClean="0"/>
              <a:t>16</a:t>
            </a:fld>
            <a:endParaRPr lang="en-US"/>
          </a:p>
        </p:txBody>
      </p:sp>
    </p:spTree>
    <p:extLst>
      <p:ext uri="{BB962C8B-B14F-4D97-AF65-F5344CB8AC3E}">
        <p14:creationId xmlns:p14="http://schemas.microsoft.com/office/powerpoint/2010/main" val="19451076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collected the data. Now what do we actually do with it?</a:t>
            </a:r>
          </a:p>
        </p:txBody>
      </p:sp>
      <p:sp>
        <p:nvSpPr>
          <p:cNvPr id="4" name="Slide Number Placeholder 3"/>
          <p:cNvSpPr>
            <a:spLocks noGrp="1"/>
          </p:cNvSpPr>
          <p:nvPr>
            <p:ph type="sldNum" sz="quarter" idx="5"/>
          </p:nvPr>
        </p:nvSpPr>
        <p:spPr/>
        <p:txBody>
          <a:bodyPr/>
          <a:lstStyle/>
          <a:p>
            <a:fld id="{5CA5EDE6-96B1-4192-ABE3-6D98B6593062}" type="slidenum">
              <a:rPr lang="en-US" smtClean="0"/>
              <a:t>20</a:t>
            </a:fld>
            <a:endParaRPr lang="en-US"/>
          </a:p>
        </p:txBody>
      </p:sp>
    </p:spTree>
    <p:extLst>
      <p:ext uri="{BB962C8B-B14F-4D97-AF65-F5344CB8AC3E}">
        <p14:creationId xmlns:p14="http://schemas.microsoft.com/office/powerpoint/2010/main" val="14894374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20000"/>
              </a:lnSpc>
              <a:spcBef>
                <a:spcPts val="1000"/>
              </a:spcBef>
            </a:pPr>
            <a:r>
              <a:rPr lang="en-US" dirty="0"/>
              <a:t>This homepage is the GUI chooser. WEKA gives us several interfaces for what we want to do. Experimenter is useful for systematically comparing models, Knowledge flow lets us visually construct workflows, and there is also a command line interface. We </a:t>
            </a:r>
            <a:r>
              <a:rPr lang="en-US" dirty="0" err="1"/>
              <a:t>aree</a:t>
            </a:r>
            <a:r>
              <a:rPr lang="en-US" dirty="0"/>
              <a:t> going to be using Explorer, since it gives us everything we need quickly to inspect a dataset, train a model, and evaluate the results. but feel free to play around. </a:t>
            </a:r>
            <a:br>
              <a:rPr lang="en-US" dirty="0">
                <a:cs typeface="+mn-lt"/>
              </a:rPr>
            </a:br>
            <a:r>
              <a:rPr lang="en-US" dirty="0">
                <a:solidFill>
                  <a:srgbClr val="1D3433"/>
                </a:solidFill>
              </a:rPr>
              <a:t>native bird of </a:t>
            </a:r>
            <a:r>
              <a:rPr lang="en-US" dirty="0" err="1">
                <a:solidFill>
                  <a:srgbClr val="1D3433"/>
                </a:solidFill>
              </a:rPr>
              <a:t>newzealand</a:t>
            </a:r>
          </a:p>
          <a:p>
            <a:pPr>
              <a:lnSpc>
                <a:spcPct val="120000"/>
              </a:lnSpc>
              <a:spcBef>
                <a:spcPts val="1000"/>
              </a:spcBef>
            </a:pPr>
            <a:endParaRPr lang="en-US" dirty="0">
              <a:solidFill>
                <a:srgbClr val="1D3433"/>
              </a:solidFill>
            </a:endParaRPr>
          </a:p>
          <a:p>
            <a:pPr>
              <a:lnSpc>
                <a:spcPct val="120000"/>
              </a:lnSpc>
              <a:spcBef>
                <a:spcPts val="1000"/>
              </a:spcBef>
            </a:pPr>
            <a:r>
              <a:rPr lang="en-US" dirty="0">
                <a:solidFill>
                  <a:srgbClr val="1D3433"/>
                </a:solidFill>
              </a:rPr>
              <a:t>Waikato environment for knowledge analysis – also named after the new </a:t>
            </a:r>
            <a:r>
              <a:rPr lang="en-US" dirty="0" err="1">
                <a:solidFill>
                  <a:srgbClr val="1D3433"/>
                </a:solidFill>
              </a:rPr>
              <a:t>zealand</a:t>
            </a:r>
            <a:r>
              <a:rPr lang="en-US" dirty="0">
                <a:solidFill>
                  <a:srgbClr val="1D3433"/>
                </a:solidFill>
              </a:rPr>
              <a:t> </a:t>
            </a:r>
            <a:r>
              <a:rPr lang="en-US" dirty="0" err="1">
                <a:solidFill>
                  <a:srgbClr val="1D3433"/>
                </a:solidFill>
              </a:rPr>
              <a:t>weka</a:t>
            </a:r>
            <a:r>
              <a:rPr lang="en-US" dirty="0">
                <a:solidFill>
                  <a:srgbClr val="1D3433"/>
                </a:solidFill>
              </a:rPr>
              <a:t> bird</a:t>
            </a:r>
          </a:p>
          <a:p>
            <a:pPr>
              <a:lnSpc>
                <a:spcPct val="120000"/>
              </a:lnSpc>
              <a:spcBef>
                <a:spcPts val="1000"/>
              </a:spcBef>
            </a:pPr>
            <a:r>
              <a:rPr lang="en-US" dirty="0">
                <a:solidFill>
                  <a:srgbClr val="1D3433"/>
                </a:solidFill>
              </a:rPr>
              <a:t>1990</a:t>
            </a:r>
          </a:p>
        </p:txBody>
      </p:sp>
      <p:sp>
        <p:nvSpPr>
          <p:cNvPr id="4" name="Slide Number Placeholder 3"/>
          <p:cNvSpPr>
            <a:spLocks noGrp="1"/>
          </p:cNvSpPr>
          <p:nvPr>
            <p:ph type="sldNum" sz="quarter" idx="5"/>
          </p:nvPr>
        </p:nvSpPr>
        <p:spPr/>
        <p:txBody>
          <a:bodyPr/>
          <a:lstStyle/>
          <a:p>
            <a:fld id="{5CA5EDE6-96B1-4192-ABE3-6D98B6593062}" type="slidenum">
              <a:rPr lang="en-US" smtClean="0"/>
              <a:t>21</a:t>
            </a:fld>
            <a:endParaRPr lang="en-US"/>
          </a:p>
        </p:txBody>
      </p:sp>
    </p:spTree>
    <p:extLst>
      <p:ext uri="{BB962C8B-B14F-4D97-AF65-F5344CB8AC3E}">
        <p14:creationId xmlns:p14="http://schemas.microsoft.com/office/powerpoint/2010/main" val="18547366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main </a:t>
            </a:r>
            <a:r>
              <a:rPr lang="en-US" dirty="0" err="1"/>
              <a:t>weka</a:t>
            </a:r>
            <a:r>
              <a:rPr lang="en-US" dirty="0"/>
              <a:t> explorer interface. We start in Preprocess, where we load and inspect our data. Once the dataset is loaded WEKA shows us the number of instances, the attributes, and information about each feature. From here, we can visualize the data and then move to classify to train a model. </a:t>
            </a:r>
          </a:p>
        </p:txBody>
      </p:sp>
      <p:sp>
        <p:nvSpPr>
          <p:cNvPr id="4" name="Slide Number Placeholder 3"/>
          <p:cNvSpPr>
            <a:spLocks noGrp="1"/>
          </p:cNvSpPr>
          <p:nvPr>
            <p:ph type="sldNum" sz="quarter" idx="5"/>
          </p:nvPr>
        </p:nvSpPr>
        <p:spPr/>
        <p:txBody>
          <a:bodyPr/>
          <a:lstStyle/>
          <a:p>
            <a:fld id="{5CA5EDE6-96B1-4192-ABE3-6D98B6593062}" type="slidenum">
              <a:rPr lang="en-US" smtClean="0"/>
              <a:t>22</a:t>
            </a:fld>
            <a:endParaRPr lang="en-US"/>
          </a:p>
        </p:txBody>
      </p:sp>
    </p:spTree>
    <p:extLst>
      <p:ext uri="{BB962C8B-B14F-4D97-AF65-F5344CB8AC3E}">
        <p14:creationId xmlns:p14="http://schemas.microsoft.com/office/powerpoint/2010/main" val="39507049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2399C9-9E42-837D-51A6-E7902FF676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0D72F7-C1AB-3E17-29C4-15E0CCA342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709D03-5962-F73A-00A3-AC8988DD5C8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0FFC01B-427D-B3D6-3AAE-E776BB3D16F0}"/>
              </a:ext>
            </a:extLst>
          </p:cNvPr>
          <p:cNvSpPr>
            <a:spLocks noGrp="1"/>
          </p:cNvSpPr>
          <p:nvPr>
            <p:ph type="sldNum" sz="quarter" idx="5"/>
          </p:nvPr>
        </p:nvSpPr>
        <p:spPr/>
        <p:txBody>
          <a:bodyPr/>
          <a:lstStyle/>
          <a:p>
            <a:fld id="{5CA5EDE6-96B1-4192-ABE3-6D98B6593062}" type="slidenum">
              <a:rPr lang="en-US" smtClean="0"/>
              <a:t>26</a:t>
            </a:fld>
            <a:endParaRPr lang="en-US"/>
          </a:p>
        </p:txBody>
      </p:sp>
    </p:spTree>
    <p:extLst>
      <p:ext uri="{BB962C8B-B14F-4D97-AF65-F5344CB8AC3E}">
        <p14:creationId xmlns:p14="http://schemas.microsoft.com/office/powerpoint/2010/main" val="279445932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09CE9-F18C-5020-CF43-5960AFE654F6}"/>
              </a:ext>
            </a:extLst>
          </p:cNvPr>
          <p:cNvSpPr>
            <a:spLocks noGrp="1"/>
          </p:cNvSpPr>
          <p:nvPr>
            <p:ph type="ctrTitle"/>
          </p:nvPr>
        </p:nvSpPr>
        <p:spPr>
          <a:xfrm>
            <a:off x="685800" y="240410"/>
            <a:ext cx="10813067" cy="783835"/>
          </a:xfrm>
        </p:spPr>
        <p:txBody>
          <a:bodyPr vert="horz" lIns="91440" tIns="45720" rIns="91440" bIns="45720" rtlCol="0" anchor="b">
            <a:normAutofit/>
          </a:bodyPr>
          <a:lstStyle>
            <a:lvl1pPr>
              <a:defRPr lang="en-US" sz="3600" dirty="0">
                <a:solidFill>
                  <a:schemeClr val="tx2">
                    <a:alpha val="90000"/>
                  </a:schemeClr>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A16B3AA5-F8D6-AB69-241F-6F8F1DD41E55}"/>
              </a:ext>
            </a:extLst>
          </p:cNvPr>
          <p:cNvSpPr>
            <a:spLocks noGrp="1"/>
          </p:cNvSpPr>
          <p:nvPr>
            <p:ph type="subTitle" idx="1"/>
          </p:nvPr>
        </p:nvSpPr>
        <p:spPr>
          <a:xfrm>
            <a:off x="685800" y="998185"/>
            <a:ext cx="10813067" cy="541508"/>
          </a:xfrm>
        </p:spPr>
        <p:txBody>
          <a:bodyPr vert="horz" lIns="91440" tIns="45720" rIns="91440" bIns="45720" rtlCol="0">
            <a:normAutofit/>
          </a:bodyPr>
          <a:lstStyle>
            <a:lvl1pPr marL="0" indent="0">
              <a:buNone/>
              <a:defRPr lang="en-US" dirty="0"/>
            </a:lvl1pPr>
          </a:lstStyle>
          <a:p>
            <a:pPr lvl="0"/>
            <a:r>
              <a:rPr lang="en-US" dirty="0"/>
              <a:t>Click to edit Master subtitle style</a:t>
            </a:r>
          </a:p>
        </p:txBody>
      </p:sp>
      <p:sp>
        <p:nvSpPr>
          <p:cNvPr id="16" name="Picture Placeholder 15">
            <a:extLst>
              <a:ext uri="{FF2B5EF4-FFF2-40B4-BE49-F238E27FC236}">
                <a16:creationId xmlns:a16="http://schemas.microsoft.com/office/drawing/2014/main" id="{569E8996-63F9-282F-EB89-823A9E405F96}"/>
              </a:ext>
            </a:extLst>
          </p:cNvPr>
          <p:cNvSpPr>
            <a:spLocks noGrp="1" noChangeAspect="1"/>
          </p:cNvSpPr>
          <p:nvPr>
            <p:ph type="pic" sz="quarter" idx="13" hasCustomPrompt="1"/>
          </p:nvPr>
        </p:nvSpPr>
        <p:spPr>
          <a:xfrm>
            <a:off x="462974" y="1606318"/>
            <a:ext cx="11268845" cy="4791456"/>
          </a:xfrm>
          <a:blipFill dpi="0" rotWithShape="1">
            <a:blip r:embed="rId2">
              <a:alphaModFix amt="80000"/>
            </a:blip>
            <a:srcRect/>
            <a:stretch>
              <a:fillRect/>
            </a:stretch>
          </a:blipFill>
        </p:spPr>
        <p:txBody>
          <a:bodyPr anchor="t"/>
          <a:lstStyle>
            <a:lvl1pPr marL="0" indent="0">
              <a:buNone/>
              <a:defRPr/>
            </a:lvl1pPr>
          </a:lstStyle>
          <a:p>
            <a:endParaRPr/>
          </a:p>
        </p:txBody>
      </p:sp>
      <p:sp>
        <p:nvSpPr>
          <p:cNvPr id="5" name="Footer Placeholder 4">
            <a:extLst>
              <a:ext uri="{FF2B5EF4-FFF2-40B4-BE49-F238E27FC236}">
                <a16:creationId xmlns:a16="http://schemas.microsoft.com/office/drawing/2014/main" id="{7AE78127-77D8-DF99-4AE0-F322800B057B}"/>
              </a:ext>
            </a:extLst>
          </p:cNvPr>
          <p:cNvSpPr>
            <a:spLocks noGrp="1"/>
          </p:cNvSpPr>
          <p:nvPr>
            <p:ph type="ftr" sz="quarter" idx="11"/>
          </p:nvPr>
        </p:nvSpPr>
        <p:spPr>
          <a:xfrm>
            <a:off x="640080" y="6445997"/>
            <a:ext cx="3949302" cy="365125"/>
          </a:xfrm>
        </p:spPr>
        <p:txBody>
          <a:bodyPr/>
          <a:lstStyle>
            <a:lvl1pPr>
              <a:defRPr>
                <a:solidFill>
                  <a:schemeClr val="tx2"/>
                </a:solidFill>
              </a:defRPr>
            </a:lvl1pPr>
          </a:lstStyle>
          <a:p>
            <a:r>
              <a:rPr lang="en-US" dirty="0"/>
              <a:t>
              </a:t>
            </a:r>
          </a:p>
        </p:txBody>
      </p:sp>
      <p:sp>
        <p:nvSpPr>
          <p:cNvPr id="4" name="Date Placeholder 3">
            <a:extLst>
              <a:ext uri="{FF2B5EF4-FFF2-40B4-BE49-F238E27FC236}">
                <a16:creationId xmlns:a16="http://schemas.microsoft.com/office/drawing/2014/main" id="{D2D04168-7304-004B-C2F6-42E38FDC5908}"/>
              </a:ext>
            </a:extLst>
          </p:cNvPr>
          <p:cNvSpPr>
            <a:spLocks noGrp="1"/>
          </p:cNvSpPr>
          <p:nvPr>
            <p:ph type="dt" sz="half" idx="10"/>
          </p:nvPr>
        </p:nvSpPr>
        <p:spPr/>
        <p:txBody>
          <a:bodyPr/>
          <a:lstStyle>
            <a:lvl1pPr>
              <a:defRPr>
                <a:solidFill>
                  <a:schemeClr val="tx2"/>
                </a:solidFill>
              </a:defRPr>
            </a:lvl1pPr>
          </a:lstStyle>
          <a:p>
            <a:fld id="{8B12FF42-78AA-43B7-BE38-617D6A986F75}" type="datetimeFigureOut">
              <a:rPr lang="en-US" dirty="0"/>
              <a:t>9/30/2026</a:t>
            </a:fld>
            <a:endParaRPr lang="en-US" dirty="0"/>
          </a:p>
        </p:txBody>
      </p:sp>
      <p:sp>
        <p:nvSpPr>
          <p:cNvPr id="6" name="Slide Number Placeholder 5">
            <a:extLst>
              <a:ext uri="{FF2B5EF4-FFF2-40B4-BE49-F238E27FC236}">
                <a16:creationId xmlns:a16="http://schemas.microsoft.com/office/drawing/2014/main" id="{D7C58464-EE0F-215A-2FA8-F434687B9E7A}"/>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dirty="0"/>
              <a:t>‹#›</a:t>
            </a:fld>
            <a:endParaRPr lang="en-US" dirty="0"/>
          </a:p>
        </p:txBody>
      </p:sp>
      <p:cxnSp>
        <p:nvCxnSpPr>
          <p:cNvPr id="7" name="Straight Connector 6">
            <a:extLst>
              <a:ext uri="{FF2B5EF4-FFF2-40B4-BE49-F238E27FC236}">
                <a16:creationId xmlns:a16="http://schemas.microsoft.com/office/drawing/2014/main" id="{FFFC4771-5A22-2E68-AB04-0949D0A15B66}"/>
              </a:ext>
            </a:extLst>
          </p:cNvPr>
          <p:cNvCxnSpPr>
            <a:cxnSpLocks/>
          </p:cNvCxnSpPr>
          <p:nvPr/>
        </p:nvCxnSpPr>
        <p:spPr>
          <a:xfrm flipH="1">
            <a:off x="0" y="159971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AA95C5A-6D75-9E1D-C459-7F2022E84F55}"/>
              </a:ext>
            </a:extLst>
          </p:cNvPr>
          <p:cNvCxnSpPr>
            <a:cxnSpLocks/>
          </p:cNvCxnSpPr>
          <p:nvPr/>
        </p:nvCxnSpPr>
        <p:spPr>
          <a:xfrm>
            <a:off x="4572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00ED5AC1-9F96-A868-7F45-523BF1A45E7C}"/>
              </a:ext>
            </a:extLst>
          </p:cNvPr>
          <p:cNvCxnSpPr>
            <a:cxnSpLocks/>
          </p:cNvCxnSpPr>
          <p:nvPr/>
        </p:nvCxnSpPr>
        <p:spPr>
          <a:xfrm>
            <a:off x="117348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60E1F764-5B01-7711-9CF1-7EA13A629701}"/>
              </a:ext>
            </a:extLst>
          </p:cNvPr>
          <p:cNvCxnSpPr>
            <a:cxnSpLocks/>
          </p:cNvCxnSpPr>
          <p:nvPr/>
        </p:nvCxnSpPr>
        <p:spPr>
          <a:xfrm flipH="1">
            <a:off x="0" y="6396171"/>
            <a:ext cx="12192000" cy="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08809909"/>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685800" y="360221"/>
            <a:ext cx="10515600" cy="1330468"/>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685800" y="2004291"/>
            <a:ext cx="10515600" cy="417267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685800" y="6445997"/>
            <a:ext cx="3949302" cy="365125"/>
          </a:xfrm>
        </p:spPr>
        <p:txBody>
          <a:bodyPr/>
          <a:lstStyle/>
          <a:p>
            <a:r>
              <a:rPr lang="en-US" dirty="0"/>
              <a:t>
              </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2F88F8D0-0E9B-4650-859F-69E8A62E8B3F}" type="datetimeFigureOut">
              <a:rPr lang="en-US" dirty="0"/>
              <a:t>9/30/2026</a:t>
            </a:fld>
            <a:endParaRPr lang="en-US" dirty="0"/>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dirty="0"/>
              <a:t>‹#›</a:t>
            </a:fld>
            <a:endParaRPr lang="en-US" dirty="0"/>
          </a:p>
        </p:txBody>
      </p:sp>
      <p:cxnSp>
        <p:nvCxnSpPr>
          <p:cNvPr id="15" name="Straight Connector 14">
            <a:extLst>
              <a:ext uri="{FF2B5EF4-FFF2-40B4-BE49-F238E27FC236}">
                <a16:creationId xmlns:a16="http://schemas.microsoft.com/office/drawing/2014/main" id="{176D044F-5574-D6D7-2A47-5069E411C22F}"/>
              </a:ext>
            </a:extLst>
          </p:cNvPr>
          <p:cNvCxnSpPr>
            <a:cxnSpLocks/>
          </p:cNvCxnSpPr>
          <p:nvPr/>
        </p:nvCxnSpPr>
        <p:spPr>
          <a:xfrm flipH="1">
            <a:off x="0" y="1825625"/>
            <a:ext cx="12210293"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766622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09CE9-F18C-5020-CF43-5960AFE654F6}"/>
              </a:ext>
            </a:extLst>
          </p:cNvPr>
          <p:cNvSpPr>
            <a:spLocks noGrp="1"/>
          </p:cNvSpPr>
          <p:nvPr>
            <p:ph type="ctrTitle"/>
          </p:nvPr>
        </p:nvSpPr>
        <p:spPr>
          <a:xfrm>
            <a:off x="7772445" y="1480212"/>
            <a:ext cx="3849131" cy="2871351"/>
          </a:xfrm>
        </p:spPr>
        <p:txBody>
          <a:bodyPr anchor="ctr">
            <a:normAutofit/>
          </a:bodyPr>
          <a:lstStyle>
            <a:lvl1pPr algn="ctr">
              <a:defRPr sz="3600">
                <a:solidFill>
                  <a:schemeClr val="tx2">
                    <a:alpha val="90000"/>
                  </a:schemeClr>
                </a:solidFill>
              </a:defRPr>
            </a:lvl1pPr>
          </a:lstStyle>
          <a:p>
            <a:r>
              <a:rPr lang="en-US" dirty="0"/>
              <a:t>Click to edit Master title style</a:t>
            </a:r>
          </a:p>
        </p:txBody>
      </p:sp>
      <p:sp>
        <p:nvSpPr>
          <p:cNvPr id="3" name="Subtitle 2">
            <a:extLst>
              <a:ext uri="{FF2B5EF4-FFF2-40B4-BE49-F238E27FC236}">
                <a16:creationId xmlns:a16="http://schemas.microsoft.com/office/drawing/2014/main" id="{A16B3AA5-F8D6-AB69-241F-6F8F1DD41E55}"/>
              </a:ext>
            </a:extLst>
          </p:cNvPr>
          <p:cNvSpPr>
            <a:spLocks noGrp="1"/>
          </p:cNvSpPr>
          <p:nvPr>
            <p:ph type="subTitle" idx="1"/>
          </p:nvPr>
        </p:nvSpPr>
        <p:spPr>
          <a:xfrm>
            <a:off x="7772446" y="5410440"/>
            <a:ext cx="3849128" cy="1068207"/>
          </a:xfrm>
        </p:spPr>
        <p:txBody>
          <a:bodyPr anchor="ctr">
            <a:normAutofit/>
          </a:bodyPr>
          <a:lstStyle>
            <a:lvl1pPr marL="0" indent="0" algn="ctr">
              <a:buNone/>
              <a:defRPr sz="1800">
                <a:solidFill>
                  <a:schemeClr val="tx2"/>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6" name="Picture Placeholder 15">
            <a:extLst>
              <a:ext uri="{FF2B5EF4-FFF2-40B4-BE49-F238E27FC236}">
                <a16:creationId xmlns:a16="http://schemas.microsoft.com/office/drawing/2014/main" id="{569E8996-63F9-282F-EB89-823A9E405F96}"/>
              </a:ext>
            </a:extLst>
          </p:cNvPr>
          <p:cNvSpPr>
            <a:spLocks noGrp="1" noChangeAspect="1"/>
          </p:cNvSpPr>
          <p:nvPr>
            <p:ph type="pic" sz="quarter" idx="13" hasCustomPrompt="1"/>
          </p:nvPr>
        </p:nvSpPr>
        <p:spPr>
          <a:xfrm>
            <a:off x="0" y="0"/>
            <a:ext cx="7204414" cy="6859634"/>
          </a:xfrm>
          <a:blipFill dpi="0" rotWithShape="1">
            <a:blip r:embed="rId2">
              <a:alphaModFix amt="80000"/>
            </a:blip>
            <a:srcRect/>
            <a:stretch>
              <a:fillRect/>
            </a:stretch>
          </a:blipFill>
        </p:spPr>
        <p:txBody>
          <a:bodyPr anchor="t"/>
          <a:lstStyle>
            <a:lvl1pPr marL="0" indent="0">
              <a:buNone/>
              <a:defRPr/>
            </a:lvl1pPr>
          </a:lstStyle>
          <a:p>
            <a:endParaRPr/>
          </a:p>
        </p:txBody>
      </p:sp>
      <p:sp>
        <p:nvSpPr>
          <p:cNvPr id="5" name="Footer Placeholder 4">
            <a:extLst>
              <a:ext uri="{FF2B5EF4-FFF2-40B4-BE49-F238E27FC236}">
                <a16:creationId xmlns:a16="http://schemas.microsoft.com/office/drawing/2014/main" id="{7AE78127-77D8-DF99-4AE0-F322800B057B}"/>
              </a:ext>
            </a:extLst>
          </p:cNvPr>
          <p:cNvSpPr>
            <a:spLocks noGrp="1"/>
          </p:cNvSpPr>
          <p:nvPr>
            <p:ph type="ftr" sz="quarter" idx="11"/>
          </p:nvPr>
        </p:nvSpPr>
        <p:spPr>
          <a:xfrm>
            <a:off x="7429501" y="6445997"/>
            <a:ext cx="2955465" cy="365125"/>
          </a:xfrm>
        </p:spPr>
        <p:txBody>
          <a:bodyPr/>
          <a:lstStyle>
            <a:lvl1pPr>
              <a:defRPr>
                <a:solidFill>
                  <a:schemeClr val="tx2"/>
                </a:solidFill>
              </a:defRPr>
            </a:lvl1pPr>
          </a:lstStyle>
          <a:p>
            <a:r>
              <a:rPr lang="en-US" dirty="0"/>
              <a:t>
              </a:t>
            </a:r>
          </a:p>
        </p:txBody>
      </p:sp>
      <p:sp>
        <p:nvSpPr>
          <p:cNvPr id="4" name="Date Placeholder 3">
            <a:extLst>
              <a:ext uri="{FF2B5EF4-FFF2-40B4-BE49-F238E27FC236}">
                <a16:creationId xmlns:a16="http://schemas.microsoft.com/office/drawing/2014/main" id="{D2D04168-7304-004B-C2F6-42E38FDC5908}"/>
              </a:ext>
            </a:extLst>
          </p:cNvPr>
          <p:cNvSpPr>
            <a:spLocks noGrp="1"/>
          </p:cNvSpPr>
          <p:nvPr>
            <p:ph type="dt" sz="half" idx="10"/>
          </p:nvPr>
        </p:nvSpPr>
        <p:spPr>
          <a:xfrm>
            <a:off x="10226650" y="6445997"/>
            <a:ext cx="1353059" cy="365125"/>
          </a:xfrm>
        </p:spPr>
        <p:txBody>
          <a:bodyPr/>
          <a:lstStyle>
            <a:lvl1pPr>
              <a:defRPr>
                <a:solidFill>
                  <a:schemeClr val="tx2"/>
                </a:solidFill>
              </a:defRPr>
            </a:lvl1pPr>
          </a:lstStyle>
          <a:p>
            <a:fld id="{AD495F72-74F9-4C7D-96DC-BB7900DFF168}" type="datetimeFigureOut">
              <a:rPr lang="en-US" dirty="0"/>
              <a:t>9/30/2026</a:t>
            </a:fld>
            <a:endParaRPr lang="en-US" dirty="0"/>
          </a:p>
        </p:txBody>
      </p:sp>
      <p:sp>
        <p:nvSpPr>
          <p:cNvPr id="6" name="Slide Number Placeholder 5">
            <a:extLst>
              <a:ext uri="{FF2B5EF4-FFF2-40B4-BE49-F238E27FC236}">
                <a16:creationId xmlns:a16="http://schemas.microsoft.com/office/drawing/2014/main" id="{D7C58464-EE0F-215A-2FA8-F434687B9E7A}"/>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dirty="0"/>
              <a:t>‹#›</a:t>
            </a:fld>
            <a:endParaRPr lang="en-US" dirty="0"/>
          </a:p>
        </p:txBody>
      </p:sp>
      <p:cxnSp>
        <p:nvCxnSpPr>
          <p:cNvPr id="7" name="Straight Connector 6">
            <a:extLst>
              <a:ext uri="{FF2B5EF4-FFF2-40B4-BE49-F238E27FC236}">
                <a16:creationId xmlns:a16="http://schemas.microsoft.com/office/drawing/2014/main" id="{88BE003B-9AA9-5AAB-16A3-CC8CD5997AAA}"/>
              </a:ext>
            </a:extLst>
          </p:cNvPr>
          <p:cNvCxnSpPr>
            <a:cxnSpLocks/>
          </p:cNvCxnSpPr>
          <p:nvPr/>
        </p:nvCxnSpPr>
        <p:spPr>
          <a:xfrm flipH="1">
            <a:off x="7206802" y="5031087"/>
            <a:ext cx="4985198"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50CBC2A1-BC50-27CD-C764-435FA7A59ABD}"/>
              </a:ext>
            </a:extLst>
          </p:cNvPr>
          <p:cNvCxnSpPr>
            <a:cxnSpLocks/>
          </p:cNvCxnSpPr>
          <p:nvPr/>
        </p:nvCxnSpPr>
        <p:spPr>
          <a:xfrm>
            <a:off x="7206802"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2227952"/>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09CE9-F18C-5020-CF43-5960AFE654F6}"/>
              </a:ext>
            </a:extLst>
          </p:cNvPr>
          <p:cNvSpPr>
            <a:spLocks noGrp="1"/>
          </p:cNvSpPr>
          <p:nvPr>
            <p:ph type="ctrTitle"/>
          </p:nvPr>
        </p:nvSpPr>
        <p:spPr>
          <a:xfrm>
            <a:off x="1636222" y="1246912"/>
            <a:ext cx="8919556" cy="3050766"/>
          </a:xfrm>
        </p:spPr>
        <p:txBody>
          <a:bodyPr anchor="ctr">
            <a:normAutofit/>
          </a:bodyPr>
          <a:lstStyle>
            <a:lvl1pPr algn="ctr">
              <a:defRPr sz="5400">
                <a:solidFill>
                  <a:schemeClr val="tx2">
                    <a:alpha val="90000"/>
                  </a:schemeClr>
                </a:solidFill>
              </a:defRPr>
            </a:lvl1pPr>
          </a:lstStyle>
          <a:p>
            <a:r>
              <a:rPr lang="en-US" dirty="0"/>
              <a:t>Click to edit Master title style</a:t>
            </a:r>
          </a:p>
        </p:txBody>
      </p:sp>
      <p:sp>
        <p:nvSpPr>
          <p:cNvPr id="3" name="Subtitle 2">
            <a:extLst>
              <a:ext uri="{FF2B5EF4-FFF2-40B4-BE49-F238E27FC236}">
                <a16:creationId xmlns:a16="http://schemas.microsoft.com/office/drawing/2014/main" id="{A16B3AA5-F8D6-AB69-241F-6F8F1DD41E55}"/>
              </a:ext>
            </a:extLst>
          </p:cNvPr>
          <p:cNvSpPr>
            <a:spLocks noGrp="1"/>
          </p:cNvSpPr>
          <p:nvPr>
            <p:ph type="subTitle" idx="1"/>
          </p:nvPr>
        </p:nvSpPr>
        <p:spPr>
          <a:xfrm>
            <a:off x="2451378" y="5345199"/>
            <a:ext cx="7289245" cy="1184035"/>
          </a:xfrm>
        </p:spPr>
        <p:txBody>
          <a:bodyPr anchor="ctr">
            <a:normAutofit/>
          </a:bodyPr>
          <a:lstStyle>
            <a:lvl1pPr marL="0" indent="0" algn="ctr">
              <a:buNone/>
              <a:defRPr sz="1800">
                <a:solidFill>
                  <a:schemeClr val="tx2"/>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5" name="Footer Placeholder 4">
            <a:extLst>
              <a:ext uri="{FF2B5EF4-FFF2-40B4-BE49-F238E27FC236}">
                <a16:creationId xmlns:a16="http://schemas.microsoft.com/office/drawing/2014/main" id="{7AE78127-77D8-DF99-4AE0-F322800B057B}"/>
              </a:ext>
            </a:extLst>
          </p:cNvPr>
          <p:cNvSpPr>
            <a:spLocks noGrp="1"/>
          </p:cNvSpPr>
          <p:nvPr>
            <p:ph type="ftr" sz="quarter" idx="11"/>
          </p:nvPr>
        </p:nvSpPr>
        <p:spPr/>
        <p:txBody>
          <a:bodyPr/>
          <a:lstStyle>
            <a:lvl1pPr>
              <a:defRPr>
                <a:solidFill>
                  <a:schemeClr val="tx2"/>
                </a:solidFill>
              </a:defRPr>
            </a:lvl1pPr>
          </a:lstStyle>
          <a:p>
            <a:r>
              <a:rPr lang="en-US" dirty="0"/>
              <a:t>
              </a:t>
            </a:r>
          </a:p>
        </p:txBody>
      </p:sp>
      <p:sp>
        <p:nvSpPr>
          <p:cNvPr id="4" name="Date Placeholder 3">
            <a:extLst>
              <a:ext uri="{FF2B5EF4-FFF2-40B4-BE49-F238E27FC236}">
                <a16:creationId xmlns:a16="http://schemas.microsoft.com/office/drawing/2014/main" id="{D2D04168-7304-004B-C2F6-42E38FDC5908}"/>
              </a:ext>
            </a:extLst>
          </p:cNvPr>
          <p:cNvSpPr>
            <a:spLocks noGrp="1"/>
          </p:cNvSpPr>
          <p:nvPr>
            <p:ph type="dt" sz="half" idx="10"/>
          </p:nvPr>
        </p:nvSpPr>
        <p:spPr/>
        <p:txBody>
          <a:bodyPr/>
          <a:lstStyle>
            <a:lvl1pPr>
              <a:defRPr>
                <a:solidFill>
                  <a:schemeClr val="tx2"/>
                </a:solidFill>
              </a:defRPr>
            </a:lvl1pPr>
          </a:lstStyle>
          <a:p>
            <a:fld id="{3545FD76-1DE6-4A1C-9609-D2819734F8F3}" type="datetimeFigureOut">
              <a:rPr lang="en-US" dirty="0"/>
              <a:t>9/30/2026</a:t>
            </a:fld>
            <a:endParaRPr lang="en-US" dirty="0"/>
          </a:p>
        </p:txBody>
      </p:sp>
      <p:sp>
        <p:nvSpPr>
          <p:cNvPr id="6" name="Slide Number Placeholder 5">
            <a:extLst>
              <a:ext uri="{FF2B5EF4-FFF2-40B4-BE49-F238E27FC236}">
                <a16:creationId xmlns:a16="http://schemas.microsoft.com/office/drawing/2014/main" id="{D7C58464-EE0F-215A-2FA8-F434687B9E7A}"/>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dirty="0"/>
              <a:t>‹#›</a:t>
            </a:fld>
            <a:endParaRPr lang="en-US" dirty="0"/>
          </a:p>
        </p:txBody>
      </p:sp>
      <p:cxnSp>
        <p:nvCxnSpPr>
          <p:cNvPr id="7" name="Straight Connector 6">
            <a:extLst>
              <a:ext uri="{FF2B5EF4-FFF2-40B4-BE49-F238E27FC236}">
                <a16:creationId xmlns:a16="http://schemas.microsoft.com/office/drawing/2014/main" id="{77C4A186-7A3C-2849-F4A7-5B5565EB29E6}"/>
              </a:ext>
            </a:extLst>
          </p:cNvPr>
          <p:cNvCxnSpPr>
            <a:cxnSpLocks/>
          </p:cNvCxnSpPr>
          <p:nvPr/>
        </p:nvCxnSpPr>
        <p:spPr>
          <a:xfrm flipH="1">
            <a:off x="0" y="5016433"/>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0C7E87E-EC44-47F9-6172-5EEA03DE5D87}"/>
              </a:ext>
            </a:extLst>
          </p:cNvPr>
          <p:cNvCxnSpPr>
            <a:cxnSpLocks/>
          </p:cNvCxnSpPr>
          <p:nvPr/>
        </p:nvCxnSpPr>
        <p:spPr>
          <a:xfrm flipH="1">
            <a:off x="0" y="459932"/>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9962749"/>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22D6AD5-6168-B411-89A9-90C82303B25C}"/>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E4EC6DA0-2CB8-AFC5-DB06-AB9235983979}"/>
              </a:ext>
            </a:extLst>
          </p:cNvPr>
          <p:cNvSpPr>
            <a:spLocks noGrp="1"/>
          </p:cNvSpPr>
          <p:nvPr>
            <p:ph type="title"/>
          </p:nvPr>
        </p:nvSpPr>
        <p:spPr>
          <a:xfrm>
            <a:off x="457200" y="2838087"/>
            <a:ext cx="8932653" cy="3312544"/>
          </a:xfrm>
        </p:spPr>
        <p:txBody>
          <a:bodyPr anchor="b">
            <a:normAutofit/>
          </a:bodyPr>
          <a:lstStyle>
            <a:lvl1pPr>
              <a:lnSpc>
                <a:spcPct val="80000"/>
              </a:lnSpc>
              <a:defRPr sz="6600" cap="all" baseline="0">
                <a:solidFill>
                  <a:schemeClr val="tx2">
                    <a:alpha val="55000"/>
                  </a:schemeClr>
                </a:solidFill>
              </a:defRPr>
            </a:lvl1pPr>
          </a:lstStyle>
          <a:p>
            <a:r>
              <a:rPr lang="en-US" dirty="0"/>
              <a:t>Click to edit Master title style</a:t>
            </a:r>
          </a:p>
        </p:txBody>
      </p:sp>
      <p:sp>
        <p:nvSpPr>
          <p:cNvPr id="3" name="Text Placeholder 2">
            <a:extLst>
              <a:ext uri="{FF2B5EF4-FFF2-40B4-BE49-F238E27FC236}">
                <a16:creationId xmlns:a16="http://schemas.microsoft.com/office/drawing/2014/main" id="{88E16A9F-28B9-2207-66D3-D952EB7EC876}"/>
              </a:ext>
            </a:extLst>
          </p:cNvPr>
          <p:cNvSpPr>
            <a:spLocks noGrp="1"/>
          </p:cNvSpPr>
          <p:nvPr>
            <p:ph type="body" idx="1"/>
          </p:nvPr>
        </p:nvSpPr>
        <p:spPr>
          <a:xfrm>
            <a:off x="685800" y="-789870"/>
            <a:ext cx="10515600" cy="638352"/>
          </a:xfrm>
        </p:spPr>
        <p:txBody>
          <a:bodyPr>
            <a:normAutofit/>
          </a:bodyPr>
          <a:lstStyle>
            <a:lvl1pPr marL="0" indent="0">
              <a:buNone/>
              <a:defRPr sz="2000">
                <a:solidFill>
                  <a:schemeClr val="bg2"/>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5" name="Footer Placeholder 4">
            <a:extLst>
              <a:ext uri="{FF2B5EF4-FFF2-40B4-BE49-F238E27FC236}">
                <a16:creationId xmlns:a16="http://schemas.microsoft.com/office/drawing/2014/main" id="{28B3F77F-C41D-1011-B9F4-A5DE814F43EF}"/>
              </a:ext>
            </a:extLst>
          </p:cNvPr>
          <p:cNvSpPr>
            <a:spLocks noGrp="1"/>
          </p:cNvSpPr>
          <p:nvPr>
            <p:ph type="ftr" sz="quarter" idx="11"/>
          </p:nvPr>
        </p:nvSpPr>
        <p:spPr>
          <a:xfrm>
            <a:off x="457200" y="6445997"/>
            <a:ext cx="3751081" cy="365125"/>
          </a:xfrm>
        </p:spPr>
        <p:txBody>
          <a:bodyPr/>
          <a:lstStyle>
            <a:lvl1pPr>
              <a:defRPr>
                <a:solidFill>
                  <a:schemeClr val="tx2"/>
                </a:solidFill>
              </a:defRPr>
            </a:lvl1pPr>
          </a:lstStyle>
          <a:p>
            <a:r>
              <a:rPr lang="en-US" dirty="0"/>
              <a:t>
              </a:t>
            </a:r>
          </a:p>
        </p:txBody>
      </p:sp>
      <p:sp>
        <p:nvSpPr>
          <p:cNvPr id="4" name="Date Placeholder 3">
            <a:extLst>
              <a:ext uri="{FF2B5EF4-FFF2-40B4-BE49-F238E27FC236}">
                <a16:creationId xmlns:a16="http://schemas.microsoft.com/office/drawing/2014/main" id="{E58CD507-925C-84B3-8F49-9F3B91209D8F}"/>
              </a:ext>
            </a:extLst>
          </p:cNvPr>
          <p:cNvSpPr>
            <a:spLocks noGrp="1"/>
          </p:cNvSpPr>
          <p:nvPr>
            <p:ph type="dt" sz="half" idx="10"/>
          </p:nvPr>
        </p:nvSpPr>
        <p:spPr/>
        <p:txBody>
          <a:bodyPr/>
          <a:lstStyle>
            <a:lvl1pPr>
              <a:defRPr>
                <a:solidFill>
                  <a:schemeClr val="tx2"/>
                </a:solidFill>
              </a:defRPr>
            </a:lvl1pPr>
          </a:lstStyle>
          <a:p>
            <a:fld id="{DAC6904D-FBDC-4E1E-863E-C45FAD9DD85B}" type="datetimeFigureOut">
              <a:rPr lang="en-US" dirty="0"/>
              <a:t>9/30/2026</a:t>
            </a:fld>
            <a:endParaRPr lang="en-US" dirty="0"/>
          </a:p>
        </p:txBody>
      </p:sp>
      <p:sp>
        <p:nvSpPr>
          <p:cNvPr id="6" name="Slide Number Placeholder 5">
            <a:extLst>
              <a:ext uri="{FF2B5EF4-FFF2-40B4-BE49-F238E27FC236}">
                <a16:creationId xmlns:a16="http://schemas.microsoft.com/office/drawing/2014/main" id="{6C13B4AE-32E8-CAFF-4A3C-6CBE4FFFA843}"/>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dirty="0"/>
              <a:t>‹#›</a:t>
            </a:fld>
            <a:endParaRPr lang="en-US" dirty="0"/>
          </a:p>
        </p:txBody>
      </p:sp>
      <p:cxnSp>
        <p:nvCxnSpPr>
          <p:cNvPr id="7" name="Straight Connector 6">
            <a:extLst>
              <a:ext uri="{FF2B5EF4-FFF2-40B4-BE49-F238E27FC236}">
                <a16:creationId xmlns:a16="http://schemas.microsoft.com/office/drawing/2014/main" id="{9BFA0DE8-9E4B-D747-CB64-14B8DEDC02EA}"/>
              </a:ext>
            </a:extLst>
          </p:cNvPr>
          <p:cNvCxnSpPr>
            <a:cxnSpLocks/>
          </p:cNvCxnSpPr>
          <p:nvPr/>
        </p:nvCxnSpPr>
        <p:spPr>
          <a:xfrm flipH="1">
            <a:off x="0" y="1367580"/>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1EB75EB-F27E-271A-C843-4096E1F19057}"/>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7718296"/>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02D18C4-A1A8-6CA4-B4A2-0E9791DC7F71}"/>
              </a:ext>
            </a:extLst>
          </p:cNvPr>
          <p:cNvSpPr/>
          <p:nvPr/>
        </p:nvSpPr>
        <p:spPr>
          <a:xfrm>
            <a:off x="0" y="0"/>
            <a:ext cx="12192000" cy="6858000"/>
          </a:xfrm>
          <a:prstGeom prst="rect">
            <a:avLst/>
          </a:prstGeom>
          <a:solidFill>
            <a:schemeClr val="bg2">
              <a:lumMod val="90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57201" y="463362"/>
            <a:ext cx="11122507" cy="1162632"/>
          </a:xfrm>
        </p:spPr>
        <p:txBody>
          <a:bodyPr anchor="ctr">
            <a:normAutofit/>
          </a:bodyPr>
          <a:lstStyle>
            <a:lvl1pPr>
              <a:defRPr sz="7200" cap="all" baseline="0">
                <a:solidFill>
                  <a:schemeClr val="accent1"/>
                </a:solidFill>
              </a:defRPr>
            </a:lvl1pPr>
          </a:lstStyle>
          <a:p>
            <a:r>
              <a:rPr lang="en-US" dirty="0"/>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479085" y="2249592"/>
            <a:ext cx="6100623" cy="3787062"/>
          </a:xfrm>
        </p:spPr>
        <p:txBody>
          <a:bodyPr vert="horz" lIns="91440" tIns="45720" rIns="91440" bIns="45720" rtlCol="0">
            <a:normAutofit/>
          </a:bodyPr>
          <a:lstStyle>
            <a:lvl1pPr marL="457200" indent="-457200">
              <a:buFont typeface="+mj-lt"/>
              <a:buAutoNum type="arabicPeriod"/>
              <a:defRPr lang="en-US" sz="2000" dirty="0">
                <a:solidFill>
                  <a:schemeClr val="tx2"/>
                </a:solidFill>
              </a:defRPr>
            </a:lvl1pPr>
            <a:lvl2pPr marL="571500" indent="-342900">
              <a:buFont typeface="+mj-lt"/>
              <a:buAutoNum type="arabicPeriod"/>
              <a:defRPr lang="en-US" sz="1800" dirty="0">
                <a:solidFill>
                  <a:schemeClr val="tx2"/>
                </a:solidFill>
              </a:defRPr>
            </a:lvl2pPr>
            <a:lvl3pPr marL="800100" indent="-342900">
              <a:buFont typeface="+mj-lt"/>
              <a:buAutoNum type="arabicPeriod"/>
              <a:defRPr lang="en-US" sz="1600" dirty="0">
                <a:solidFill>
                  <a:schemeClr val="tx2"/>
                </a:solidFill>
              </a:defRPr>
            </a:lvl3pPr>
            <a:lvl4pPr marL="1028700" indent="-342900">
              <a:buFont typeface="+mj-lt"/>
              <a:buAutoNum type="arabicPeriod"/>
              <a:defRPr lang="en-US" sz="1400" dirty="0">
                <a:solidFill>
                  <a:schemeClr val="tx2"/>
                </a:solidFill>
              </a:defRPr>
            </a:lvl4pPr>
            <a:lvl5pPr marL="1257300" indent="-342900">
              <a:buFont typeface="+mj-lt"/>
              <a:buAutoNum type="arabicPeriod"/>
              <a:defRPr lang="en-US" sz="1400" dirty="0">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457200" y="6445997"/>
            <a:ext cx="3949302" cy="365125"/>
          </a:xfrm>
        </p:spPr>
        <p:txBody>
          <a:bodyPr/>
          <a:lstStyle>
            <a:lvl1pPr>
              <a:defRPr>
                <a:solidFill>
                  <a:schemeClr val="tx2"/>
                </a:solidFill>
              </a:defRPr>
            </a:lvl1pPr>
          </a:lstStyle>
          <a:p>
            <a:r>
              <a:rPr lang="en-US" dirty="0"/>
              <a:t>
              </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lvl1pPr>
              <a:defRPr>
                <a:solidFill>
                  <a:schemeClr val="tx2"/>
                </a:solidFill>
              </a:defRPr>
            </a:lvl1pPr>
          </a:lstStyle>
          <a:p>
            <a:fld id="{30A4DEF6-D0A5-424B-A38E-B8028C0E0D08}" type="datetimeFigureOut">
              <a:rPr lang="en-US" dirty="0"/>
              <a:t>9/30/2026</a:t>
            </a:fld>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dirty="0"/>
              <a:t>‹#›</a:t>
            </a:fld>
            <a:endParaRPr lang="en-US" dirty="0"/>
          </a:p>
        </p:txBody>
      </p:sp>
      <p:cxnSp>
        <p:nvCxnSpPr>
          <p:cNvPr id="11" name="Straight Connector 10">
            <a:extLst>
              <a:ext uri="{FF2B5EF4-FFF2-40B4-BE49-F238E27FC236}">
                <a16:creationId xmlns:a16="http://schemas.microsoft.com/office/drawing/2014/main" id="{F06406B2-3637-5849-867E-A0ADC9D9DDA5}"/>
              </a:ext>
            </a:extLst>
          </p:cNvPr>
          <p:cNvCxnSpPr>
            <a:cxnSpLocks/>
          </p:cNvCxnSpPr>
          <p:nvPr/>
        </p:nvCxnSpPr>
        <p:spPr>
          <a:xfrm flipH="1">
            <a:off x="0" y="1822345"/>
            <a:ext cx="12192000" cy="0"/>
          </a:xfrm>
          <a:prstGeom prst="line">
            <a:avLst/>
          </a:prstGeom>
          <a:ln w="12700">
            <a:solidFill>
              <a:schemeClr val="tx1">
                <a:lumMod val="75000"/>
                <a:lumOff val="2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0E47964-42E3-09B6-4B3F-96D1060D072B}"/>
              </a:ext>
            </a:extLst>
          </p:cNvPr>
          <p:cNvCxnSpPr>
            <a:cxnSpLocks/>
          </p:cNvCxnSpPr>
          <p:nvPr/>
        </p:nvCxnSpPr>
        <p:spPr>
          <a:xfrm flipH="1">
            <a:off x="0" y="6398068"/>
            <a:ext cx="12192000" cy="0"/>
          </a:xfrm>
          <a:prstGeom prst="line">
            <a:avLst/>
          </a:prstGeom>
          <a:ln w="9525">
            <a:solidFill>
              <a:schemeClr val="tx1">
                <a:lumMod val="75000"/>
                <a:lumOff val="25000"/>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02734251"/>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0D0A563-F018-FFF1-B911-D69E42CEEAA5}"/>
              </a:ext>
            </a:extLst>
          </p:cNvPr>
          <p:cNvSpPr/>
          <p:nvPr/>
        </p:nvSpPr>
        <p:spPr>
          <a:xfrm>
            <a:off x="0" y="0"/>
            <a:ext cx="12192000" cy="6858000"/>
          </a:xfrm>
          <a:prstGeom prst="rect">
            <a:avLst/>
          </a:prstGeom>
          <a:solidFill>
            <a:schemeClr val="bg2">
              <a:lumMod val="90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57201" y="463362"/>
            <a:ext cx="11130279" cy="1162632"/>
          </a:xfrm>
        </p:spPr>
        <p:txBody>
          <a:bodyPr anchor="ctr">
            <a:normAutofit/>
          </a:bodyPr>
          <a:lstStyle>
            <a:lvl1pPr>
              <a:defRPr sz="7200" cap="all" baseline="0">
                <a:solidFill>
                  <a:schemeClr val="accent1"/>
                </a:solidFill>
              </a:defRPr>
            </a:lvl1pPr>
          </a:lstStyle>
          <a:p>
            <a:r>
              <a:rPr lang="en-US" dirty="0"/>
              <a:t>Click to edit Master title style</a:t>
            </a:r>
          </a:p>
        </p:txBody>
      </p:sp>
      <p:sp>
        <p:nvSpPr>
          <p:cNvPr id="8" name="Picture Placeholder 7">
            <a:extLst>
              <a:ext uri="{FF2B5EF4-FFF2-40B4-BE49-F238E27FC236}">
                <a16:creationId xmlns:a16="http://schemas.microsoft.com/office/drawing/2014/main" id="{5DA2B1BE-7DDF-C8B4-6A46-21B5A0257D08}"/>
              </a:ext>
            </a:extLst>
          </p:cNvPr>
          <p:cNvSpPr>
            <a:spLocks noGrp="1" noChangeAspect="1"/>
          </p:cNvSpPr>
          <p:nvPr>
            <p:ph type="pic" sz="quarter" idx="14" hasCustomPrompt="1"/>
          </p:nvPr>
        </p:nvSpPr>
        <p:spPr>
          <a:xfrm>
            <a:off x="-8364" y="1830708"/>
            <a:ext cx="5321063" cy="4563927"/>
          </a:xfrm>
          <a:blipFill dpi="0" rotWithShape="1">
            <a:blip r:embed="rId2">
              <a:alphaModFix amt="80000"/>
            </a:blip>
            <a:srcRect/>
            <a:stretch>
              <a:fillRect/>
            </a:stretch>
          </a:blipFill>
        </p:spPr>
        <p:txBody>
          <a:bodyPr anchor="t"/>
          <a:lstStyle>
            <a:lvl1pPr marL="0" indent="0">
              <a:buNone/>
              <a:defRPr/>
            </a:lvl1pPr>
          </a:lstStyle>
          <a:p>
            <a:endParaRP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846552" y="2191025"/>
            <a:ext cx="5733156" cy="3894807"/>
          </a:xfrm>
        </p:spPr>
        <p:txBody>
          <a:bodyPr vert="horz" lIns="91440" tIns="45720" rIns="91440" bIns="45720" rtlCol="0">
            <a:normAutofit/>
          </a:bodyPr>
          <a:lstStyle>
            <a:lvl1pPr marL="457200" indent="-457200">
              <a:buFont typeface="+mj-lt"/>
              <a:buAutoNum type="arabicPeriod"/>
              <a:defRPr lang="en-US" sz="2000" dirty="0">
                <a:solidFill>
                  <a:schemeClr val="tx2"/>
                </a:solidFill>
              </a:defRPr>
            </a:lvl1pPr>
            <a:lvl2pPr marL="571500" indent="-342900">
              <a:buFont typeface="+mj-lt"/>
              <a:buAutoNum type="arabicPeriod"/>
              <a:defRPr lang="en-US" sz="1800" dirty="0">
                <a:solidFill>
                  <a:schemeClr val="tx2"/>
                </a:solidFill>
              </a:defRPr>
            </a:lvl2pPr>
            <a:lvl3pPr marL="800100" indent="-342900">
              <a:buFont typeface="+mj-lt"/>
              <a:buAutoNum type="arabicPeriod"/>
              <a:defRPr lang="en-US" sz="1600" dirty="0">
                <a:solidFill>
                  <a:schemeClr val="tx2"/>
                </a:solidFill>
              </a:defRPr>
            </a:lvl3pPr>
            <a:lvl4pPr marL="1028700" indent="-342900">
              <a:buFont typeface="+mj-lt"/>
              <a:buAutoNum type="arabicPeriod"/>
              <a:defRPr lang="en-US" sz="1400" dirty="0">
                <a:solidFill>
                  <a:schemeClr val="tx2"/>
                </a:solidFill>
              </a:defRPr>
            </a:lvl4pPr>
            <a:lvl5pPr marL="1257300" indent="-342900">
              <a:buFont typeface="+mj-lt"/>
              <a:buAutoNum type="arabicPeriod"/>
              <a:defRPr lang="en-US" sz="1400" dirty="0">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457200" y="6445997"/>
            <a:ext cx="3949302" cy="365125"/>
          </a:xfrm>
        </p:spPr>
        <p:txBody>
          <a:bodyPr/>
          <a:lstStyle>
            <a:lvl1pPr>
              <a:defRPr>
                <a:solidFill>
                  <a:schemeClr val="tx2"/>
                </a:solidFill>
              </a:defRPr>
            </a:lvl1pPr>
          </a:lstStyle>
          <a:p>
            <a:r>
              <a:rPr lang="en-US" dirty="0"/>
              <a:t>
              </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lvl1pPr>
              <a:defRPr>
                <a:solidFill>
                  <a:schemeClr val="tx2"/>
                </a:solidFill>
              </a:defRPr>
            </a:lvl1pPr>
          </a:lstStyle>
          <a:p>
            <a:fld id="{2B09C6DF-0139-4F07-BF9C-4309D0C9DCA6}" type="datetimeFigureOut">
              <a:rPr lang="en-US" dirty="0"/>
              <a:t>9/30/2026</a:t>
            </a:fld>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dirty="0"/>
              <a:t>‹#›</a:t>
            </a:fld>
            <a:endParaRPr lang="en-US" dirty="0"/>
          </a:p>
        </p:txBody>
      </p:sp>
      <p:cxnSp>
        <p:nvCxnSpPr>
          <p:cNvPr id="11" name="Straight Connector 10">
            <a:extLst>
              <a:ext uri="{FF2B5EF4-FFF2-40B4-BE49-F238E27FC236}">
                <a16:creationId xmlns:a16="http://schemas.microsoft.com/office/drawing/2014/main" id="{F06406B2-3637-5849-867E-A0ADC9D9DDA5}"/>
              </a:ext>
            </a:extLst>
          </p:cNvPr>
          <p:cNvCxnSpPr>
            <a:cxnSpLocks/>
          </p:cNvCxnSpPr>
          <p:nvPr/>
        </p:nvCxnSpPr>
        <p:spPr>
          <a:xfrm flipH="1">
            <a:off x="0" y="1822345"/>
            <a:ext cx="12192000" cy="0"/>
          </a:xfrm>
          <a:prstGeom prst="line">
            <a:avLst/>
          </a:prstGeom>
          <a:ln w="9525">
            <a:solidFill>
              <a:schemeClr val="tx1">
                <a:lumMod val="75000"/>
                <a:lumOff val="2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0E47964-42E3-09B6-4B3F-96D1060D072B}"/>
              </a:ext>
            </a:extLst>
          </p:cNvPr>
          <p:cNvCxnSpPr>
            <a:cxnSpLocks/>
          </p:cNvCxnSpPr>
          <p:nvPr/>
        </p:nvCxnSpPr>
        <p:spPr>
          <a:xfrm flipH="1">
            <a:off x="0" y="6398068"/>
            <a:ext cx="12192000" cy="0"/>
          </a:xfrm>
          <a:prstGeom prst="line">
            <a:avLst/>
          </a:prstGeom>
          <a:ln w="9525">
            <a:solidFill>
              <a:schemeClr val="tx1">
                <a:lumMod val="75000"/>
                <a:lumOff val="2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5DD64E6-257D-65B2-D2A7-6A1002E1E580}"/>
              </a:ext>
            </a:extLst>
          </p:cNvPr>
          <p:cNvCxnSpPr>
            <a:cxnSpLocks/>
          </p:cNvCxnSpPr>
          <p:nvPr/>
        </p:nvCxnSpPr>
        <p:spPr>
          <a:xfrm>
            <a:off x="5321065" y="1822345"/>
            <a:ext cx="0" cy="5035655"/>
          </a:xfrm>
          <a:prstGeom prst="line">
            <a:avLst/>
          </a:prstGeom>
          <a:ln w="9525">
            <a:solidFill>
              <a:schemeClr val="tx1">
                <a:lumMod val="75000"/>
                <a:lumOff val="25000"/>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95911586"/>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0" y="721299"/>
            <a:ext cx="3689927" cy="1486906"/>
          </a:xfrm>
        </p:spPr>
        <p:txBody>
          <a:bodyPr anchor="t"/>
          <a:lstStyle>
            <a:lvl1pPr>
              <a:defRPr>
                <a:solidFill>
                  <a:schemeClr val="tx2"/>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904515" y="2780147"/>
            <a:ext cx="6567049" cy="335987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p:txBody>
          <a:bodyPr/>
          <a:lstStyle/>
          <a:p>
            <a:r>
              <a:rPr lang="en-US" dirty="0"/>
              <a:t>
              </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6F2F4876-ABF6-46E9-AABB-9093F4FF9830}" type="datetimeFigureOut">
              <a:rPr lang="en-US" dirty="0"/>
              <a:t>9/30/2026</a:t>
            </a:fld>
            <a:endParaRPr lang="en-US" dirty="0"/>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dirty="0"/>
              <a:t>‹#›</a:t>
            </a:fld>
            <a:endParaRPr lang="en-US" dirty="0"/>
          </a:p>
        </p:txBody>
      </p:sp>
      <p:cxnSp>
        <p:nvCxnSpPr>
          <p:cNvPr id="11" name="Straight Connector 10">
            <a:extLst>
              <a:ext uri="{FF2B5EF4-FFF2-40B4-BE49-F238E27FC236}">
                <a16:creationId xmlns:a16="http://schemas.microsoft.com/office/drawing/2014/main" id="{4BF5C1EC-3A2D-2E51-65A6-6155B3776C4A}"/>
              </a:ext>
            </a:extLst>
          </p:cNvPr>
          <p:cNvCxnSpPr>
            <a:cxnSpLocks/>
          </p:cNvCxnSpPr>
          <p:nvPr/>
        </p:nvCxnSpPr>
        <p:spPr>
          <a:xfrm flipH="1">
            <a:off x="0" y="2397979"/>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797FEE4-9B7E-CE58-4AA3-EC6E3E1861F3}"/>
              </a:ext>
            </a:extLst>
          </p:cNvPr>
          <p:cNvCxnSpPr>
            <a:cxnSpLocks/>
          </p:cNvCxnSpPr>
          <p:nvPr/>
        </p:nvCxnSpPr>
        <p:spPr>
          <a:xfrm>
            <a:off x="4469245"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7489518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3360">
          <p15:clr>
            <a:srgbClr val="FBAE40"/>
          </p15:clr>
        </p15:guide>
        <p15:guide id="4" pos="2928">
          <p15:clr>
            <a:srgbClr val="FBAE40"/>
          </p15:clr>
        </p15:guide>
        <p15:guide id="5" pos="475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0" y="720473"/>
            <a:ext cx="3664107" cy="3864052"/>
          </a:xfrm>
        </p:spPr>
        <p:txBody>
          <a:bodyPr anchor="t"/>
          <a:lstStyle>
            <a:lvl1pPr>
              <a:defRPr>
                <a:solidFill>
                  <a:schemeClr val="tx2"/>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5270349" y="720473"/>
            <a:ext cx="6309360" cy="530352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p:txBody>
          <a:bodyPr/>
          <a:lstStyle/>
          <a:p>
            <a:r>
              <a:rPr lang="en-US" dirty="0"/>
              <a:t>
              </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6F9649F7-D424-4C48-9F1A-F9E6A6464624}" type="datetimeFigureOut">
              <a:rPr lang="en-US" dirty="0"/>
              <a:t>9/30/2026</a:t>
            </a:fld>
            <a:endParaRPr lang="en-US" dirty="0"/>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dirty="0"/>
              <a:t>‹#›</a:t>
            </a:fld>
            <a:endParaRPr lang="en-US" dirty="0"/>
          </a:p>
        </p:txBody>
      </p:sp>
      <p:cxnSp>
        <p:nvCxnSpPr>
          <p:cNvPr id="9" name="Straight Connector 8">
            <a:extLst>
              <a:ext uri="{FF2B5EF4-FFF2-40B4-BE49-F238E27FC236}">
                <a16:creationId xmlns:a16="http://schemas.microsoft.com/office/drawing/2014/main" id="{A6AC6891-86BE-FF41-E94E-AB97BFFB2322}"/>
              </a:ext>
            </a:extLst>
          </p:cNvPr>
          <p:cNvCxnSpPr>
            <a:cxnSpLocks/>
          </p:cNvCxnSpPr>
          <p:nvPr/>
        </p:nvCxnSpPr>
        <p:spPr>
          <a:xfrm>
            <a:off x="4643464"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151E503-5C8D-3CDA-5CC2-A56B4F2A6193}"/>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8819563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911995" y="559483"/>
            <a:ext cx="6825541" cy="1009652"/>
          </a:xfrm>
        </p:spPr>
        <p:txBody>
          <a:bodyPr anchor="b"/>
          <a:lstStyle/>
          <a:p>
            <a:r>
              <a:rPr lang="en-US" dirty="0"/>
              <a:t>Click to edit Master title style</a:t>
            </a:r>
          </a:p>
        </p:txBody>
      </p:sp>
      <p:sp>
        <p:nvSpPr>
          <p:cNvPr id="19" name="Picture Placeholder 18">
            <a:extLst>
              <a:ext uri="{FF2B5EF4-FFF2-40B4-BE49-F238E27FC236}">
                <a16:creationId xmlns:a16="http://schemas.microsoft.com/office/drawing/2014/main" id="{FBB1EB8E-9C26-DC32-8498-7F5998392555}"/>
              </a:ext>
            </a:extLst>
          </p:cNvPr>
          <p:cNvSpPr>
            <a:spLocks noGrp="1" noChangeAspect="1"/>
          </p:cNvSpPr>
          <p:nvPr>
            <p:ph type="pic" sz="quarter" idx="13" hasCustomPrompt="1"/>
          </p:nvPr>
        </p:nvSpPr>
        <p:spPr>
          <a:xfrm>
            <a:off x="0" y="1"/>
            <a:ext cx="4421943" cy="6398066"/>
          </a:xfrm>
          <a:blipFill dpi="0" rotWithShape="1">
            <a:blip r:embed="rId2">
              <a:alphaModFix amt="80000"/>
            </a:blip>
            <a:srcRect/>
            <a:stretch>
              <a:fillRect/>
            </a:stretch>
          </a:blipFill>
        </p:spPr>
        <p:txBody>
          <a:bodyPr anchor="t"/>
          <a:lstStyle>
            <a:lvl1pPr marL="0" indent="0">
              <a:buNone/>
              <a:defRPr/>
            </a:lvl1pPr>
          </a:lstStyle>
          <a:p>
            <a:endParaRP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911994" y="2083837"/>
            <a:ext cx="6825545" cy="40325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811448" cy="365125"/>
          </a:xfrm>
        </p:spPr>
        <p:txBody>
          <a:bodyPr/>
          <a:lstStyle/>
          <a:p>
            <a:r>
              <a:rPr lang="en-US" dirty="0"/>
              <a:t>
              </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A520E1D3-9897-4F62-B20F-820B96903029}" type="datetimeFigureOut">
              <a:rPr lang="en-US" dirty="0"/>
              <a:t>9/30/2026</a:t>
            </a:fld>
            <a:endParaRPr lang="en-US" dirty="0"/>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dirty="0"/>
              <a:t>‹#›</a:t>
            </a:fld>
            <a:endParaRPr lang="en-US" dirty="0"/>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254AC9C-312D-B8D1-5D04-C0CE07B464DB}"/>
              </a:ext>
            </a:extLst>
          </p:cNvPr>
          <p:cNvCxnSpPr>
            <a:cxnSpLocks/>
          </p:cNvCxnSpPr>
          <p:nvPr/>
        </p:nvCxnSpPr>
        <p:spPr>
          <a:xfrm>
            <a:off x="4423739"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F4F50A3-1136-13EC-E499-F6DDCBFE375F}"/>
              </a:ext>
            </a:extLst>
          </p:cNvPr>
          <p:cNvCxnSpPr>
            <a:cxnSpLocks/>
          </p:cNvCxnSpPr>
          <p:nvPr/>
        </p:nvCxnSpPr>
        <p:spPr>
          <a:xfrm flipH="1">
            <a:off x="4425535" y="1810995"/>
            <a:ext cx="7750205"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30529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472644" y="669386"/>
            <a:ext cx="7231413" cy="1005840"/>
          </a:xfrm>
        </p:spPr>
        <p:txBody>
          <a:bodyPr/>
          <a:lstStyle/>
          <a:p>
            <a:r>
              <a:rPr lang="en-US" dirty="0"/>
              <a:t>Click to edit Master title style</a:t>
            </a:r>
          </a:p>
        </p:txBody>
      </p:sp>
      <p:sp>
        <p:nvSpPr>
          <p:cNvPr id="19" name="Picture Placeholder 18">
            <a:extLst>
              <a:ext uri="{FF2B5EF4-FFF2-40B4-BE49-F238E27FC236}">
                <a16:creationId xmlns:a16="http://schemas.microsoft.com/office/drawing/2014/main" id="{FBB1EB8E-9C26-DC32-8498-7F5998392555}"/>
              </a:ext>
            </a:extLst>
          </p:cNvPr>
          <p:cNvSpPr>
            <a:spLocks noGrp="1" noChangeAspect="1"/>
          </p:cNvSpPr>
          <p:nvPr>
            <p:ph type="pic" sz="quarter" idx="13" hasCustomPrompt="1"/>
          </p:nvPr>
        </p:nvSpPr>
        <p:spPr>
          <a:xfrm>
            <a:off x="-8994" y="-5468"/>
            <a:ext cx="4011836" cy="6398066"/>
          </a:xfrm>
          <a:blipFill dpi="0" rotWithShape="1">
            <a:blip r:embed="rId2">
              <a:alphaModFix amt="80000"/>
            </a:blip>
            <a:srcRect/>
            <a:stretch>
              <a:fillRect/>
            </a:stretch>
          </a:blipFill>
        </p:spPr>
        <p:txBody>
          <a:bodyPr anchor="t"/>
          <a:lstStyle>
            <a:lvl1pPr marL="0" indent="0">
              <a:buNone/>
              <a:defRPr/>
            </a:lvl1pPr>
          </a:lstStyle>
          <a:p>
            <a:endParaRP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472644" y="1812385"/>
            <a:ext cx="7231407" cy="442385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408011" cy="365125"/>
          </a:xfrm>
        </p:spPr>
        <p:txBody>
          <a:bodyPr/>
          <a:lstStyle/>
          <a:p>
            <a:r>
              <a:rPr lang="en-US" dirty="0"/>
              <a:t>
              </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AFDCD3FE-7D00-42C8-AAA1-7B40C480DCD1}" type="datetimeFigureOut">
              <a:rPr lang="en-US" dirty="0"/>
              <a:t>9/30/2026</a:t>
            </a:fld>
            <a:endParaRPr lang="en-US" dirty="0"/>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dirty="0"/>
              <a:t>‹#›</a:t>
            </a:fld>
            <a:endParaRPr lang="en-US" dirty="0"/>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254AC9C-312D-B8D1-5D04-C0CE07B464DB}"/>
              </a:ext>
            </a:extLst>
          </p:cNvPr>
          <p:cNvCxnSpPr>
            <a:cxnSpLocks/>
          </p:cNvCxnSpPr>
          <p:nvPr/>
        </p:nvCxnSpPr>
        <p:spPr>
          <a:xfrm>
            <a:off x="4009212"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8451397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0" y="680728"/>
            <a:ext cx="7281067" cy="1005840"/>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57200" y="1823728"/>
            <a:ext cx="7281061" cy="442385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Picture Placeholder 18">
            <a:extLst>
              <a:ext uri="{FF2B5EF4-FFF2-40B4-BE49-F238E27FC236}">
                <a16:creationId xmlns:a16="http://schemas.microsoft.com/office/drawing/2014/main" id="{FBB1EB8E-9C26-DC32-8498-7F5998392555}"/>
              </a:ext>
            </a:extLst>
          </p:cNvPr>
          <p:cNvSpPr>
            <a:spLocks noGrp="1" noChangeAspect="1"/>
          </p:cNvSpPr>
          <p:nvPr>
            <p:ph type="pic" sz="quarter" idx="13" hasCustomPrompt="1"/>
          </p:nvPr>
        </p:nvSpPr>
        <p:spPr>
          <a:xfrm>
            <a:off x="8195489" y="-6369"/>
            <a:ext cx="3996512" cy="6398066"/>
          </a:xfrm>
          <a:blipFill dpi="0" rotWithShape="1">
            <a:blip r:embed="rId2">
              <a:alphaModFix amt="80000"/>
            </a:blip>
            <a:srcRect/>
            <a:stretch>
              <a:fillRect/>
            </a:stretch>
          </a:blipFill>
        </p:spPr>
        <p:txBody>
          <a:bodyPr anchor="t"/>
          <a:lstStyle>
            <a:lvl1pPr marL="0" indent="0">
              <a:buNone/>
              <a:defRPr/>
            </a:lvl1pPr>
          </a:lstStyle>
          <a:p>
            <a:endParaRP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dirty="0"/>
              <a:t>
              </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EBE49B79-F7D7-4EC9-B39C-00EEEABA80A1}" type="datetimeFigureOut">
              <a:rPr lang="en-US" dirty="0"/>
              <a:t>9/30/2026</a:t>
            </a:fld>
            <a:endParaRPr lang="en-US" dirty="0"/>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dirty="0"/>
              <a:t>‹#›</a:t>
            </a:fld>
            <a:endParaRPr lang="en-US" dirty="0"/>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254AC9C-312D-B8D1-5D04-C0CE07B464DB}"/>
              </a:ext>
            </a:extLst>
          </p:cNvPr>
          <p:cNvCxnSpPr>
            <a:cxnSpLocks/>
          </p:cNvCxnSpPr>
          <p:nvPr/>
        </p:nvCxnSpPr>
        <p:spPr>
          <a:xfrm>
            <a:off x="8188287"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544954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0" y="678485"/>
            <a:ext cx="6369370" cy="1005840"/>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57200" y="1821484"/>
            <a:ext cx="6360897" cy="429218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Picture Placeholder 18">
            <a:extLst>
              <a:ext uri="{FF2B5EF4-FFF2-40B4-BE49-F238E27FC236}">
                <a16:creationId xmlns:a16="http://schemas.microsoft.com/office/drawing/2014/main" id="{FBB1EB8E-9C26-DC32-8498-7F5998392555}"/>
              </a:ext>
            </a:extLst>
          </p:cNvPr>
          <p:cNvSpPr>
            <a:spLocks noGrp="1" noChangeAspect="1"/>
          </p:cNvSpPr>
          <p:nvPr>
            <p:ph type="pic" sz="quarter" idx="13" hasCustomPrompt="1"/>
          </p:nvPr>
        </p:nvSpPr>
        <p:spPr>
          <a:xfrm>
            <a:off x="7277100" y="-8466"/>
            <a:ext cx="4914895" cy="6398066"/>
          </a:xfrm>
          <a:blipFill dpi="0" rotWithShape="1">
            <a:blip r:embed="rId2">
              <a:alphaModFix amt="80000"/>
            </a:blip>
            <a:srcRect/>
            <a:stretch>
              <a:fillRect/>
            </a:stretch>
          </a:blipFill>
        </p:spPr>
        <p:txBody>
          <a:bodyPr anchor="t"/>
          <a:lstStyle>
            <a:lvl1pPr marL="0" indent="0">
              <a:buNone/>
              <a:defRPr/>
            </a:lvl1pPr>
          </a:lstStyle>
          <a:p>
            <a:endParaRP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dirty="0"/>
              <a:t>
              </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D30DCB73-7DFF-41E9-94AE-03DDC0983D5F}" type="datetimeFigureOut">
              <a:rPr lang="en-US" dirty="0"/>
              <a:t>9/30/2026</a:t>
            </a:fld>
            <a:endParaRPr lang="en-US" dirty="0"/>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dirty="0"/>
              <a:t>‹#›</a:t>
            </a:fld>
            <a:endParaRPr lang="en-US" dirty="0"/>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254AC9C-312D-B8D1-5D04-C0CE07B464DB}"/>
              </a:ext>
            </a:extLst>
          </p:cNvPr>
          <p:cNvCxnSpPr>
            <a:cxnSpLocks/>
          </p:cNvCxnSpPr>
          <p:nvPr/>
        </p:nvCxnSpPr>
        <p:spPr>
          <a:xfrm>
            <a:off x="7270008"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57262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0" y="458145"/>
            <a:ext cx="4000497" cy="1679799"/>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57200" y="2272880"/>
            <a:ext cx="4000497" cy="378949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Picture Placeholder 18">
            <a:extLst>
              <a:ext uri="{FF2B5EF4-FFF2-40B4-BE49-F238E27FC236}">
                <a16:creationId xmlns:a16="http://schemas.microsoft.com/office/drawing/2014/main" id="{FBB1EB8E-9C26-DC32-8498-7F5998392555}"/>
              </a:ext>
            </a:extLst>
          </p:cNvPr>
          <p:cNvSpPr>
            <a:spLocks noGrp="1" noChangeAspect="1"/>
          </p:cNvSpPr>
          <p:nvPr>
            <p:ph type="pic" sz="quarter" idx="13" hasCustomPrompt="1"/>
          </p:nvPr>
        </p:nvSpPr>
        <p:spPr>
          <a:xfrm>
            <a:off x="4853323" y="0"/>
            <a:ext cx="7338676" cy="6396281"/>
          </a:xfrm>
          <a:blipFill dpi="0" rotWithShape="1">
            <a:blip r:embed="rId2">
              <a:alphaModFix amt="80000"/>
            </a:blip>
            <a:srcRect/>
            <a:stretch>
              <a:fillRect/>
            </a:stretch>
          </a:blipFill>
        </p:spPr>
        <p:txBody>
          <a:bodyPr anchor="t"/>
          <a:lstStyle>
            <a:lvl1pPr marL="0" indent="0">
              <a:buNone/>
              <a:defRPr/>
            </a:lvl1pPr>
          </a:lstStyle>
          <a:p>
            <a:endParaRP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4000500" cy="365125"/>
          </a:xfrm>
        </p:spPr>
        <p:txBody>
          <a:bodyPr/>
          <a:lstStyle/>
          <a:p>
            <a:r>
              <a:rPr lang="en-US" dirty="0"/>
              <a:t>
              </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216F4089-B0B8-4924-B485-08424C78200C}" type="datetimeFigureOut">
              <a:rPr lang="en-US" dirty="0"/>
              <a:t>9/30/2026</a:t>
            </a:fld>
            <a:endParaRPr lang="en-US" dirty="0"/>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dirty="0"/>
              <a:t>‹#›</a:t>
            </a:fld>
            <a:endParaRPr lang="en-US" dirty="0"/>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9854"/>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254AC9C-312D-B8D1-5D04-C0CE07B464DB}"/>
              </a:ext>
            </a:extLst>
          </p:cNvPr>
          <p:cNvCxnSpPr>
            <a:cxnSpLocks/>
          </p:cNvCxnSpPr>
          <p:nvPr/>
        </p:nvCxnSpPr>
        <p:spPr>
          <a:xfrm>
            <a:off x="4849331"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674642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7739922" y="458144"/>
            <a:ext cx="3909536" cy="1485873"/>
          </a:xfrm>
        </p:spPr>
        <p:txBody>
          <a:bodyPr/>
          <a:lstStyle/>
          <a:p>
            <a:r>
              <a:rPr lang="en-US" dirty="0"/>
              <a:t>Click to edit Master title style</a:t>
            </a:r>
          </a:p>
        </p:txBody>
      </p:sp>
      <p:sp>
        <p:nvSpPr>
          <p:cNvPr id="19" name="Picture Placeholder 18">
            <a:extLst>
              <a:ext uri="{FF2B5EF4-FFF2-40B4-BE49-F238E27FC236}">
                <a16:creationId xmlns:a16="http://schemas.microsoft.com/office/drawing/2014/main" id="{FBB1EB8E-9C26-DC32-8498-7F5998392555}"/>
              </a:ext>
            </a:extLst>
          </p:cNvPr>
          <p:cNvSpPr>
            <a:spLocks noGrp="1" noChangeAspect="1"/>
          </p:cNvSpPr>
          <p:nvPr>
            <p:ph type="pic" sz="quarter" idx="13" hasCustomPrompt="1"/>
          </p:nvPr>
        </p:nvSpPr>
        <p:spPr>
          <a:xfrm>
            <a:off x="0" y="0"/>
            <a:ext cx="7268396" cy="6396281"/>
          </a:xfrm>
          <a:blipFill dpi="0" rotWithShape="1">
            <a:blip r:embed="rId2">
              <a:alphaModFix amt="80000"/>
            </a:blip>
            <a:srcRect/>
            <a:stretch>
              <a:fillRect/>
            </a:stretch>
          </a:blipFill>
        </p:spPr>
        <p:txBody>
          <a:bodyPr anchor="t"/>
          <a:lstStyle>
            <a:lvl1pPr marL="0" indent="0">
              <a:buNone/>
              <a:defRPr/>
            </a:lvl1pPr>
          </a:lstStyle>
          <a:p>
            <a:endParaRP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7739922" y="2463789"/>
            <a:ext cx="3909534" cy="356109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dirty="0"/>
              <a:t>
              </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4E58CB80-2CED-4065-90C6-0999AD9EE7FC}" type="datetimeFigureOut">
              <a:rPr lang="en-US" dirty="0"/>
              <a:t>9/30/2026</a:t>
            </a:fld>
            <a:endParaRPr lang="en-US" dirty="0"/>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dirty="0"/>
              <a:t>‹#›</a:t>
            </a:fld>
            <a:endParaRPr lang="en-US" dirty="0"/>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9854"/>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A67EAFE-BA64-2156-9780-AA400F6F3026}"/>
              </a:ext>
            </a:extLst>
          </p:cNvPr>
          <p:cNvCxnSpPr>
            <a:cxnSpLocks/>
          </p:cNvCxnSpPr>
          <p:nvPr/>
        </p:nvCxnSpPr>
        <p:spPr>
          <a:xfrm>
            <a:off x="7271347"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854F2342-86AA-3EA4-EB3B-2DB8D68315E6}"/>
              </a:ext>
            </a:extLst>
          </p:cNvPr>
          <p:cNvCxnSpPr>
            <a:cxnSpLocks/>
          </p:cNvCxnSpPr>
          <p:nvPr/>
        </p:nvCxnSpPr>
        <p:spPr>
          <a:xfrm flipH="1">
            <a:off x="7227420" y="2212509"/>
            <a:ext cx="493532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70509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199" y="3959530"/>
            <a:ext cx="3512409" cy="2199864"/>
          </a:xfrm>
        </p:spPr>
        <p:txBody>
          <a:bodyPr anchor="t"/>
          <a:lstStyle/>
          <a:p>
            <a:r>
              <a:rPr lang="en-US" dirty="0"/>
              <a:t>Click to edit Master title style</a:t>
            </a:r>
          </a:p>
        </p:txBody>
      </p:sp>
      <p:sp>
        <p:nvSpPr>
          <p:cNvPr id="15" name="Picture Placeholder 14">
            <a:extLst>
              <a:ext uri="{FF2B5EF4-FFF2-40B4-BE49-F238E27FC236}">
                <a16:creationId xmlns:a16="http://schemas.microsoft.com/office/drawing/2014/main" id="{3B441162-7125-E1E0-1B82-FCC1AB84227E}"/>
              </a:ext>
            </a:extLst>
          </p:cNvPr>
          <p:cNvSpPr>
            <a:spLocks noGrp="1" noChangeAspect="1"/>
          </p:cNvSpPr>
          <p:nvPr>
            <p:ph type="pic" sz="quarter" idx="13" hasCustomPrompt="1"/>
          </p:nvPr>
        </p:nvSpPr>
        <p:spPr>
          <a:xfrm>
            <a:off x="-857" y="-1"/>
            <a:ext cx="12192000" cy="3648977"/>
          </a:xfrm>
          <a:blipFill dpi="0" rotWithShape="1">
            <a:blip r:embed="rId2">
              <a:alphaModFix amt="80000"/>
            </a:blip>
            <a:srcRect/>
            <a:stretch>
              <a:fillRect/>
            </a:stretch>
          </a:blipFill>
        </p:spPr>
        <p:txBody>
          <a:bodyPr anchor="t"/>
          <a:lstStyle>
            <a:lvl1pPr marL="0" indent="0">
              <a:buNone/>
              <a:defRPr/>
            </a:lvl1pPr>
          </a:lstStyle>
          <a:p>
            <a:endParaRP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723613" y="3959529"/>
            <a:ext cx="7011183" cy="236954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1" y="6445997"/>
            <a:ext cx="3543299" cy="365125"/>
          </a:xfrm>
        </p:spPr>
        <p:txBody>
          <a:bodyPr/>
          <a:lstStyle/>
          <a:p>
            <a:r>
              <a:rPr lang="en-US" dirty="0"/>
              <a:t>
              </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F3C6F935-567A-4AB6-A4C6-B3A3054E8F97}" type="datetimeFigureOut">
              <a:rPr lang="en-US" dirty="0"/>
              <a:t>9/30/2026</a:t>
            </a:fld>
            <a:endParaRPr lang="en-US" dirty="0"/>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dirty="0"/>
              <a:t>‹#›</a:t>
            </a:fld>
            <a:endParaRPr lang="en-US" dirty="0"/>
          </a:p>
        </p:txBody>
      </p:sp>
      <p:cxnSp>
        <p:nvCxnSpPr>
          <p:cNvPr id="8" name="Straight Connector 7">
            <a:extLst>
              <a:ext uri="{FF2B5EF4-FFF2-40B4-BE49-F238E27FC236}">
                <a16:creationId xmlns:a16="http://schemas.microsoft.com/office/drawing/2014/main" id="{2FF81FBD-8D67-B5E4-E22E-74E98EF89F80}"/>
              </a:ext>
            </a:extLst>
          </p:cNvPr>
          <p:cNvCxnSpPr>
            <a:cxnSpLocks/>
          </p:cNvCxnSpPr>
          <p:nvPr/>
        </p:nvCxnSpPr>
        <p:spPr>
          <a:xfrm>
            <a:off x="4290210" y="3648976"/>
            <a:ext cx="0" cy="3209024"/>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78892870-1B48-2935-21E8-3BC6F474C661}"/>
              </a:ext>
            </a:extLst>
          </p:cNvPr>
          <p:cNvCxnSpPr>
            <a:cxnSpLocks/>
          </p:cNvCxnSpPr>
          <p:nvPr/>
        </p:nvCxnSpPr>
        <p:spPr>
          <a:xfrm flipH="1">
            <a:off x="-857" y="3654706"/>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278041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199" y="377072"/>
            <a:ext cx="4958078" cy="1225485"/>
          </a:xfrm>
        </p:spPr>
        <p:txBody>
          <a:bodyPr anchor="t"/>
          <a:lstStyle/>
          <a:p>
            <a:r>
              <a:rPr lang="en-US" dirty="0"/>
              <a:t>Click to edit Master title style</a:t>
            </a:r>
          </a:p>
        </p:txBody>
      </p:sp>
      <p:sp>
        <p:nvSpPr>
          <p:cNvPr id="19" name="Picture Placeholder 18">
            <a:extLst>
              <a:ext uri="{FF2B5EF4-FFF2-40B4-BE49-F238E27FC236}">
                <a16:creationId xmlns:a16="http://schemas.microsoft.com/office/drawing/2014/main" id="{FBB1EB8E-9C26-DC32-8498-7F5998392555}"/>
              </a:ext>
            </a:extLst>
          </p:cNvPr>
          <p:cNvSpPr>
            <a:spLocks noGrp="1" noChangeAspect="1"/>
          </p:cNvSpPr>
          <p:nvPr>
            <p:ph type="pic" sz="quarter" idx="13" hasCustomPrompt="1"/>
          </p:nvPr>
        </p:nvSpPr>
        <p:spPr>
          <a:xfrm>
            <a:off x="0" y="1842182"/>
            <a:ext cx="5758172" cy="4546457"/>
          </a:xfrm>
          <a:blipFill dpi="0" rotWithShape="1">
            <a:blip r:embed="rId2">
              <a:alphaModFix amt="80000"/>
            </a:blip>
            <a:srcRect/>
            <a:stretch>
              <a:fillRect/>
            </a:stretch>
          </a:blipFill>
        </p:spPr>
        <p:txBody>
          <a:bodyPr anchor="t"/>
          <a:lstStyle>
            <a:lvl1pPr marL="0" indent="0">
              <a:buNone/>
              <a:defRPr/>
            </a:lvl1pPr>
          </a:lstStyle>
          <a:p>
            <a:endParaRP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6176142" y="377072"/>
            <a:ext cx="5558655" cy="579748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dirty="0"/>
              <a:t>
              </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EA0A916D-ECC1-407F-9384-347E5A5D7944}" type="datetimeFigureOut">
              <a:rPr lang="en-US" dirty="0"/>
              <a:t>9/30/2026</a:t>
            </a:fld>
            <a:endParaRPr lang="en-US" dirty="0"/>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dirty="0"/>
              <a:t>‹#›</a:t>
            </a:fld>
            <a:endParaRPr lang="en-US" dirty="0"/>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57362BC-3CD1-D6F5-CB9B-B2AAD7EAD176}"/>
              </a:ext>
            </a:extLst>
          </p:cNvPr>
          <p:cNvCxnSpPr>
            <a:cxnSpLocks/>
          </p:cNvCxnSpPr>
          <p:nvPr/>
        </p:nvCxnSpPr>
        <p:spPr>
          <a:xfrm>
            <a:off x="5758174"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F4F50A3-1136-13EC-E499-F6DDCBFE375F}"/>
              </a:ext>
            </a:extLst>
          </p:cNvPr>
          <p:cNvCxnSpPr>
            <a:cxnSpLocks/>
          </p:cNvCxnSpPr>
          <p:nvPr/>
        </p:nvCxnSpPr>
        <p:spPr>
          <a:xfrm flipH="1">
            <a:off x="0" y="1842182"/>
            <a:ext cx="5758174"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10424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1" y="4407360"/>
            <a:ext cx="3543299" cy="1732820"/>
          </a:xfrm>
        </p:spPr>
        <p:txBody>
          <a:bodyPr anchor="t"/>
          <a:lstStyle/>
          <a:p>
            <a:r>
              <a:rPr lang="en-US" dirty="0"/>
              <a:t>Click to edit Master title style</a:t>
            </a:r>
          </a:p>
        </p:txBody>
      </p:sp>
      <p:sp>
        <p:nvSpPr>
          <p:cNvPr id="19" name="Picture Placeholder 18">
            <a:extLst>
              <a:ext uri="{FF2B5EF4-FFF2-40B4-BE49-F238E27FC236}">
                <a16:creationId xmlns:a16="http://schemas.microsoft.com/office/drawing/2014/main" id="{FBB1EB8E-9C26-DC32-8498-7F5998392555}"/>
              </a:ext>
            </a:extLst>
          </p:cNvPr>
          <p:cNvSpPr>
            <a:spLocks noGrp="1" noChangeAspect="1"/>
          </p:cNvSpPr>
          <p:nvPr>
            <p:ph type="pic" sz="quarter" idx="13" hasCustomPrompt="1"/>
          </p:nvPr>
        </p:nvSpPr>
        <p:spPr>
          <a:xfrm>
            <a:off x="1" y="466598"/>
            <a:ext cx="4460008" cy="3601433"/>
          </a:xfrm>
          <a:blipFill dpi="0" rotWithShape="1">
            <a:blip r:embed="rId2">
              <a:alphaModFix amt="80000"/>
            </a:blip>
            <a:srcRect/>
            <a:stretch>
              <a:fillRect/>
            </a:stretch>
          </a:blipFill>
        </p:spPr>
        <p:txBody>
          <a:bodyPr anchor="t"/>
          <a:lstStyle>
            <a:lvl1pPr marL="0" indent="0">
              <a:buNone/>
              <a:defRPr/>
            </a:lvl1pPr>
          </a:lstStyle>
          <a:p>
            <a:endParaRP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892635" y="788704"/>
            <a:ext cx="6730614" cy="538585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543300" cy="365125"/>
          </a:xfrm>
        </p:spPr>
        <p:txBody>
          <a:bodyPr/>
          <a:lstStyle/>
          <a:p>
            <a:r>
              <a:rPr lang="en-US" dirty="0"/>
              <a:t>
              </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AD924D50-69B4-493C-AABF-53036A8D79F6}" type="datetimeFigureOut">
              <a:rPr lang="en-US" dirty="0"/>
              <a:t>9/30/2026</a:t>
            </a:fld>
            <a:endParaRPr lang="en-US" dirty="0"/>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dirty="0"/>
              <a:t>‹#›</a:t>
            </a:fld>
            <a:endParaRPr lang="en-US" dirty="0"/>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F4F50A3-1136-13EC-E499-F6DDCBFE375F}"/>
              </a:ext>
            </a:extLst>
          </p:cNvPr>
          <p:cNvCxnSpPr>
            <a:cxnSpLocks/>
          </p:cNvCxnSpPr>
          <p:nvPr/>
        </p:nvCxnSpPr>
        <p:spPr>
          <a:xfrm flipH="1">
            <a:off x="0" y="4068031"/>
            <a:ext cx="4460008"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57362BC-3CD1-D6F5-CB9B-B2AAD7EAD176}"/>
              </a:ext>
            </a:extLst>
          </p:cNvPr>
          <p:cNvCxnSpPr>
            <a:cxnSpLocks/>
          </p:cNvCxnSpPr>
          <p:nvPr/>
        </p:nvCxnSpPr>
        <p:spPr>
          <a:xfrm>
            <a:off x="4460008"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40D58D1-F636-9620-582E-41FBB707092B}"/>
              </a:ext>
            </a:extLst>
          </p:cNvPr>
          <p:cNvCxnSpPr>
            <a:cxnSpLocks/>
          </p:cNvCxnSpPr>
          <p:nvPr/>
        </p:nvCxnSpPr>
        <p:spPr>
          <a:xfrm flipH="1">
            <a:off x="0" y="459932"/>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5479583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Number Large">
    <p:bg>
      <p:bgRef idx="1001">
        <a:schemeClr val="bg2"/>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91F6A87-CC7B-D4BD-1F6A-C3948971C39D}"/>
              </a:ext>
            </a:extLst>
          </p:cNvPr>
          <p:cNvSpPr/>
          <p:nvPr/>
        </p:nvSpPr>
        <p:spPr>
          <a:xfrm>
            <a:off x="0" y="0"/>
            <a:ext cx="12192000"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1188720" y="5264780"/>
            <a:ext cx="9811512" cy="1097280"/>
          </a:xfrm>
        </p:spPr>
        <p:txBody>
          <a:bodyPr vert="horz" lIns="91440" tIns="45720" rIns="91440" bIns="45720" rtlCol="0" anchor="ctr">
            <a:normAutofit/>
          </a:bodyPr>
          <a:lstStyle>
            <a:lvl1pPr algn="ctr">
              <a:lnSpc>
                <a:spcPct val="110000"/>
              </a:lnSpc>
              <a:defRPr lang="en-US" sz="2800" cap="all" spc="100" baseline="0" dirty="0">
                <a:solidFill>
                  <a:schemeClr val="tx2">
                    <a:lumMod val="90000"/>
                  </a:schemeClr>
                </a:solidFill>
                <a:latin typeface="+mn-lt"/>
              </a:defRPr>
            </a:lvl1pPr>
          </a:lstStyle>
          <a:p>
            <a:pPr lvl="0"/>
            <a:r>
              <a:rPr lang="en-US" dirty="0"/>
              <a:t>Click to edit Master title styles</a:t>
            </a:r>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493776" y="676656"/>
            <a:ext cx="11201400" cy="4206240"/>
          </a:xfrm>
        </p:spPr>
        <p:txBody>
          <a:bodyPr vert="horz" lIns="91440" tIns="45720" rIns="91440" bIns="45720" rtlCol="0" anchor="b">
            <a:normAutofit/>
          </a:bodyPr>
          <a:lstStyle>
            <a:lvl1pPr marL="0" indent="0" algn="ctr">
              <a:lnSpc>
                <a:spcPct val="90000"/>
              </a:lnSpc>
              <a:spcBef>
                <a:spcPts val="0"/>
              </a:spcBef>
              <a:buNone/>
              <a:defRPr lang="en-US" sz="27800" dirty="0">
                <a:solidFill>
                  <a:schemeClr val="tx2">
                    <a:lumMod val="90000"/>
                  </a:schemeClr>
                </a:solidFill>
                <a:latin typeface="+mj-lt"/>
              </a:defRPr>
            </a:lvl1pPr>
          </a:lstStyle>
          <a:p>
            <a:pPr lvl="0"/>
            <a:r>
              <a:rPr lang="en-US" dirty="0"/>
              <a:t>##%</a:t>
            </a:r>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p:txBody>
          <a:bodyPr/>
          <a:lstStyle>
            <a:lvl1pPr>
              <a:defRPr>
                <a:solidFill>
                  <a:schemeClr val="tx2"/>
                </a:solidFill>
              </a:defRPr>
            </a:lvl1pPr>
          </a:lstStyle>
          <a:p>
            <a:r>
              <a:rPr lang="en-US" dirty="0"/>
              <a:t>
              </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lvl1pPr>
              <a:defRPr>
                <a:solidFill>
                  <a:schemeClr val="tx2"/>
                </a:solidFill>
              </a:defRPr>
            </a:lvl1pPr>
          </a:lstStyle>
          <a:p>
            <a:fld id="{4AC8F0CD-CD54-4D81-AA2E-F53EC757E087}" type="datetimeFigureOut">
              <a:rPr lang="en-US" dirty="0"/>
              <a:t>9/30/2026</a:t>
            </a:fld>
            <a:endParaRPr lang="en-US" dirty="0"/>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dirty="0"/>
              <a:t>‹#›</a:t>
            </a:fld>
            <a:endParaRPr lang="en-US" dirty="0"/>
          </a:p>
        </p:txBody>
      </p:sp>
      <p:cxnSp>
        <p:nvCxnSpPr>
          <p:cNvPr id="10" name="Straight Connector 9">
            <a:extLst>
              <a:ext uri="{FF2B5EF4-FFF2-40B4-BE49-F238E27FC236}">
                <a16:creationId xmlns:a16="http://schemas.microsoft.com/office/drawing/2014/main" id="{85ADE133-B5D6-A1C0-6BC9-C723D008EC0E}"/>
              </a:ext>
            </a:extLst>
          </p:cNvPr>
          <p:cNvCxnSpPr>
            <a:cxnSpLocks/>
          </p:cNvCxnSpPr>
          <p:nvPr/>
        </p:nvCxnSpPr>
        <p:spPr>
          <a:xfrm flipH="1">
            <a:off x="0" y="5018669"/>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1655376"/>
      </p:ext>
    </p:extLst>
  </p:cSld>
  <p:clrMapOvr>
    <a:overrideClrMapping bg1="dk1" tx1="lt1" bg2="dk2" tx2="lt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tatement">
    <p:bg>
      <p:bgRef idx="1001">
        <a:schemeClr val="bg2"/>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5FB4D75-C478-D736-9A5A-B64DEA241030}"/>
              </a:ext>
            </a:extLst>
          </p:cNvPr>
          <p:cNvSpPr/>
          <p:nvPr/>
        </p:nvSpPr>
        <p:spPr>
          <a:xfrm>
            <a:off x="0" y="0"/>
            <a:ext cx="12192000"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bg2"/>
                </a:solidFill>
              </a:defRPr>
            </a:lvl1pPr>
          </a:lstStyle>
          <a:p>
            <a:r>
              <a:rPr lang="en-US" dirty="0"/>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693103" y="1493520"/>
            <a:ext cx="8805794" cy="3911600"/>
          </a:xfrm>
        </p:spPr>
        <p:txBody>
          <a:bodyPr anchor="ctr">
            <a:normAutofit/>
          </a:bodyPr>
          <a:lstStyle>
            <a:lvl1pPr marL="0" indent="0" algn="ctr">
              <a:lnSpc>
                <a:spcPct val="110000"/>
              </a:lnSpc>
              <a:buNone/>
              <a:defRPr sz="5400" b="0">
                <a:solidFill>
                  <a:schemeClr val="tx2"/>
                </a:solidFill>
                <a:latin typeface="+mj-lt"/>
              </a:defRPr>
            </a:lvl1pPr>
            <a:lvl2pPr marL="228600" indent="0" algn="ctr">
              <a:lnSpc>
                <a:spcPct val="110000"/>
              </a:lnSpc>
              <a:buNone/>
              <a:defRPr sz="4800" b="0">
                <a:solidFill>
                  <a:schemeClr val="tx2"/>
                </a:solidFill>
                <a:latin typeface="+mj-lt"/>
              </a:defRPr>
            </a:lvl2pPr>
            <a:lvl3pPr marL="457200" indent="0" algn="ctr">
              <a:lnSpc>
                <a:spcPct val="110000"/>
              </a:lnSpc>
              <a:buNone/>
              <a:defRPr sz="4400" b="0">
                <a:solidFill>
                  <a:schemeClr val="tx2"/>
                </a:solidFill>
                <a:latin typeface="+mj-lt"/>
              </a:defRPr>
            </a:lvl3pPr>
            <a:lvl4pPr marL="685800" indent="0" algn="ctr">
              <a:lnSpc>
                <a:spcPct val="110000"/>
              </a:lnSpc>
              <a:buNone/>
              <a:defRPr sz="4000" b="0">
                <a:solidFill>
                  <a:schemeClr val="tx2"/>
                </a:solidFill>
                <a:latin typeface="+mj-lt"/>
              </a:defRPr>
            </a:lvl4pPr>
            <a:lvl5pPr marL="914400" indent="0" algn="ctr">
              <a:lnSpc>
                <a:spcPct val="110000"/>
              </a:lnSpc>
              <a:buNone/>
              <a:defRPr sz="3600" b="0">
                <a:solidFill>
                  <a:schemeClr val="tx2"/>
                </a:solidFill>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640080" y="6445997"/>
            <a:ext cx="3949302" cy="365125"/>
          </a:xfrm>
        </p:spPr>
        <p:txBody>
          <a:bodyPr/>
          <a:lstStyle>
            <a:lvl1pPr>
              <a:defRPr>
                <a:solidFill>
                  <a:schemeClr val="tx2"/>
                </a:solidFill>
              </a:defRPr>
            </a:lvl1pPr>
          </a:lstStyle>
          <a:p>
            <a:r>
              <a:rPr lang="en-US" dirty="0"/>
              <a:t>
              </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2"/>
                </a:solidFill>
              </a:defRPr>
            </a:lvl1pPr>
          </a:lstStyle>
          <a:p>
            <a:fld id="{E036278C-3666-418F-8843-DFD38DB3098D}" type="datetimeFigureOut">
              <a:rPr lang="en-US" dirty="0"/>
              <a:t>9/30/2026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dirty="0"/>
              <a:t>‹#›</a:t>
            </a:fld>
            <a:endParaRPr lang="en-US" dirty="0"/>
          </a:p>
        </p:txBody>
      </p:sp>
      <p:cxnSp>
        <p:nvCxnSpPr>
          <p:cNvPr id="9" name="Straight Connector 8">
            <a:extLst>
              <a:ext uri="{FF2B5EF4-FFF2-40B4-BE49-F238E27FC236}">
                <a16:creationId xmlns:a16="http://schemas.microsoft.com/office/drawing/2014/main" id="{6C547212-589F-3A5C-2FF7-4E576B86E3A3}"/>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40E2472-A2D0-B3C4-1592-E709B2EC9AD6}"/>
              </a:ext>
            </a:extLst>
          </p:cNvPr>
          <p:cNvCxnSpPr>
            <a:cxnSpLocks/>
          </p:cNvCxnSpPr>
          <p:nvPr/>
        </p:nvCxnSpPr>
        <p:spPr>
          <a:xfrm>
            <a:off x="4572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F95E0B8-C6C3-8095-D53F-FB618E39D7CE}"/>
              </a:ext>
            </a:extLst>
          </p:cNvPr>
          <p:cNvCxnSpPr>
            <a:cxnSpLocks/>
          </p:cNvCxnSpPr>
          <p:nvPr/>
        </p:nvCxnSpPr>
        <p:spPr>
          <a:xfrm flipH="1">
            <a:off x="0" y="459932"/>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AD2DF78-237E-1E21-906C-273460F55F55}"/>
              </a:ext>
            </a:extLst>
          </p:cNvPr>
          <p:cNvCxnSpPr>
            <a:cxnSpLocks/>
          </p:cNvCxnSpPr>
          <p:nvPr/>
        </p:nvCxnSpPr>
        <p:spPr>
          <a:xfrm>
            <a:off x="117348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94589337"/>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47DCC75-46A1-9953-9459-89672E9805A8}"/>
              </a:ext>
            </a:extLst>
          </p:cNvPr>
          <p:cNvSpPr/>
          <p:nvPr/>
        </p:nvSpPr>
        <p:spPr>
          <a:xfrm>
            <a:off x="0" y="0"/>
            <a:ext cx="12192000" cy="6858000"/>
          </a:xfrm>
          <a:prstGeom prst="rect">
            <a:avLst/>
          </a:prstGeom>
          <a:solidFill>
            <a:schemeClr val="accent1">
              <a:lumMod val="40000"/>
              <a:lumOff val="60000"/>
              <a:alpha val="90000"/>
            </a:schemeClr>
          </a:solidFill>
          <a:ln>
            <a:noFill/>
          </a:ln>
        </p:spPr>
        <p:style>
          <a:lnRef idx="2">
            <a:schemeClr val="accent1">
              <a:shade val="15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562100" y="5549186"/>
            <a:ext cx="9199563" cy="653184"/>
          </a:xfrm>
        </p:spPr>
        <p:txBody>
          <a:bodyPr anchor="ctr">
            <a:normAutofit/>
          </a:bodyPr>
          <a:lstStyle>
            <a:lvl1pPr>
              <a:lnSpc>
                <a:spcPct val="120000"/>
              </a:lnSpc>
              <a:defRPr sz="1800" b="1" cap="all" spc="100" baseline="0">
                <a:solidFill>
                  <a:schemeClr val="accent4">
                    <a:lumMod val="75000"/>
                  </a:schemeClr>
                </a:solidFill>
                <a:latin typeface="+mn-lt"/>
              </a:defRPr>
            </a:lvl1pPr>
          </a:lstStyle>
          <a:p>
            <a:r>
              <a:rPr lang="en-US" dirty="0"/>
              <a:t>Quote Author</a:t>
            </a:r>
          </a:p>
        </p:txBody>
      </p:sp>
      <p:sp>
        <p:nvSpPr>
          <p:cNvPr id="10" name="Content Placeholder 9">
            <a:extLst>
              <a:ext uri="{FF2B5EF4-FFF2-40B4-BE49-F238E27FC236}">
                <a16:creationId xmlns:a16="http://schemas.microsoft.com/office/drawing/2014/main" id="{636EB602-83B2-B4EE-7805-FB94B7747666}"/>
              </a:ext>
            </a:extLst>
          </p:cNvPr>
          <p:cNvSpPr>
            <a:spLocks noGrp="1"/>
          </p:cNvSpPr>
          <p:nvPr>
            <p:ph sz="quarter" idx="14" hasCustomPrompt="1"/>
          </p:nvPr>
        </p:nvSpPr>
        <p:spPr>
          <a:xfrm>
            <a:off x="1562100" y="823913"/>
            <a:ext cx="9199563" cy="3614737"/>
          </a:xfrm>
        </p:spPr>
        <p:txBody>
          <a:bodyPr anchor="ctr">
            <a:normAutofit/>
          </a:bodyPr>
          <a:lstStyle>
            <a:lvl1pPr marL="182880" indent="-182880">
              <a:buNone/>
              <a:defRPr sz="4000">
                <a:solidFill>
                  <a:schemeClr val="accent4">
                    <a:lumMod val="75000"/>
                  </a:schemeClr>
                </a:solidFill>
                <a:latin typeface="+mj-lt"/>
              </a:defRPr>
            </a:lvl1pPr>
          </a:lstStyle>
          <a:p>
            <a:pPr lvl="0"/>
            <a:r>
              <a:rPr lang="en-US" dirty="0"/>
              <a:t>Click to edit Quote</a:t>
            </a:r>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a:xfrm>
            <a:off x="685800" y="6445997"/>
            <a:ext cx="3949302" cy="365125"/>
          </a:xfrm>
        </p:spPr>
        <p:txBody>
          <a:bodyPr/>
          <a:lstStyle>
            <a:lvl1pPr>
              <a:defRPr>
                <a:solidFill>
                  <a:schemeClr val="tx2"/>
                </a:solidFill>
              </a:defRPr>
            </a:lvl1pPr>
          </a:lstStyle>
          <a:p>
            <a:r>
              <a:rPr lang="en-US" dirty="0"/>
              <a:t>
              </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lvl1pPr>
              <a:defRPr>
                <a:solidFill>
                  <a:schemeClr val="tx2"/>
                </a:solidFill>
              </a:defRPr>
            </a:lvl1pPr>
          </a:lstStyle>
          <a:p>
            <a:fld id="{192870C0-88BC-4B78-A088-30393EC7D39C}" type="datetimeFigureOut">
              <a:rPr lang="en-US" dirty="0"/>
              <a:t>9/30/2026</a:t>
            </a:fld>
            <a:endParaRPr lang="en-US" dirty="0"/>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dirty="0"/>
              <a:t>‹#›</a:t>
            </a:fld>
            <a:endParaRPr lang="en-US" dirty="0"/>
          </a:p>
        </p:txBody>
      </p:sp>
      <p:cxnSp>
        <p:nvCxnSpPr>
          <p:cNvPr id="6" name="Straight Connector 5">
            <a:extLst>
              <a:ext uri="{FF2B5EF4-FFF2-40B4-BE49-F238E27FC236}">
                <a16:creationId xmlns:a16="http://schemas.microsoft.com/office/drawing/2014/main" id="{741338F2-C5CE-45A7-7748-138B348BA1E7}"/>
              </a:ext>
            </a:extLst>
          </p:cNvPr>
          <p:cNvCxnSpPr>
            <a:cxnSpLocks/>
          </p:cNvCxnSpPr>
          <p:nvPr/>
        </p:nvCxnSpPr>
        <p:spPr>
          <a:xfrm>
            <a:off x="457200" y="0"/>
            <a:ext cx="0" cy="685800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14CFB94-8AB3-65DB-0B12-EC4F7DAAEBF7}"/>
              </a:ext>
            </a:extLst>
          </p:cNvPr>
          <p:cNvCxnSpPr>
            <a:cxnSpLocks/>
          </p:cNvCxnSpPr>
          <p:nvPr/>
        </p:nvCxnSpPr>
        <p:spPr>
          <a:xfrm flipH="1">
            <a:off x="0" y="5043721"/>
            <a:ext cx="12192000" cy="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2349897"/>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27BF6-CDFA-AAF4-F7FD-F4F8D06FF275}"/>
              </a:ext>
            </a:extLst>
          </p:cNvPr>
          <p:cNvSpPr>
            <a:spLocks noGrp="1"/>
          </p:cNvSpPr>
          <p:nvPr>
            <p:ph type="title"/>
          </p:nvPr>
        </p:nvSpPr>
        <p:spPr>
          <a:xfrm>
            <a:off x="457200" y="275309"/>
            <a:ext cx="11277600" cy="914400"/>
          </a:xfrm>
        </p:spPr>
        <p:txBody>
          <a:bodyPr anchor="ctr"/>
          <a:lstStyle>
            <a:lvl1pPr>
              <a:defRPr>
                <a:solidFill>
                  <a:schemeClr val="tx2"/>
                </a:solidFill>
              </a:defRPr>
            </a:lvl1pPr>
          </a:lstStyle>
          <a:p>
            <a:r>
              <a:rPr lang="en-US" dirty="0"/>
              <a:t>Click to edit Master title style</a:t>
            </a:r>
          </a:p>
        </p:txBody>
      </p:sp>
      <p:sp>
        <p:nvSpPr>
          <p:cNvPr id="4" name="Content Placeholder 3">
            <a:extLst>
              <a:ext uri="{FF2B5EF4-FFF2-40B4-BE49-F238E27FC236}">
                <a16:creationId xmlns:a16="http://schemas.microsoft.com/office/drawing/2014/main" id="{6EAB1904-05A3-AF54-90B7-8B4E5E9BFC62}"/>
              </a:ext>
            </a:extLst>
          </p:cNvPr>
          <p:cNvSpPr>
            <a:spLocks noGrp="1"/>
          </p:cNvSpPr>
          <p:nvPr>
            <p:ph sz="quarter" idx="15"/>
          </p:nvPr>
        </p:nvSpPr>
        <p:spPr>
          <a:xfrm>
            <a:off x="455613" y="1677988"/>
            <a:ext cx="5181600" cy="449897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1">
            <a:extLst>
              <a:ext uri="{FF2B5EF4-FFF2-40B4-BE49-F238E27FC236}">
                <a16:creationId xmlns:a16="http://schemas.microsoft.com/office/drawing/2014/main" id="{0D15555F-2C1E-04D7-CE37-D06ABFB5685F}"/>
              </a:ext>
            </a:extLst>
          </p:cNvPr>
          <p:cNvSpPr>
            <a:spLocks noGrp="1"/>
          </p:cNvSpPr>
          <p:nvPr>
            <p:ph sz="quarter" idx="16"/>
          </p:nvPr>
        </p:nvSpPr>
        <p:spPr>
          <a:xfrm>
            <a:off x="6553200" y="1677988"/>
            <a:ext cx="5180013" cy="449897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1B108197-F703-726D-4372-C7520052DC70}"/>
              </a:ext>
            </a:extLst>
          </p:cNvPr>
          <p:cNvSpPr>
            <a:spLocks noGrp="1"/>
          </p:cNvSpPr>
          <p:nvPr>
            <p:ph type="ftr" sz="quarter" idx="11"/>
          </p:nvPr>
        </p:nvSpPr>
        <p:spPr/>
        <p:txBody>
          <a:bodyPr/>
          <a:lstStyle/>
          <a:p>
            <a:r>
              <a:rPr lang="en-US" dirty="0"/>
              <a:t>
              </a:t>
            </a:r>
          </a:p>
        </p:txBody>
      </p:sp>
      <p:sp>
        <p:nvSpPr>
          <p:cNvPr id="5" name="Date Placeholder 4">
            <a:extLst>
              <a:ext uri="{FF2B5EF4-FFF2-40B4-BE49-F238E27FC236}">
                <a16:creationId xmlns:a16="http://schemas.microsoft.com/office/drawing/2014/main" id="{F85FAA39-5E1E-3A94-5A04-C36BA19E34ED}"/>
              </a:ext>
            </a:extLst>
          </p:cNvPr>
          <p:cNvSpPr>
            <a:spLocks noGrp="1"/>
          </p:cNvSpPr>
          <p:nvPr>
            <p:ph type="dt" sz="half" idx="10"/>
          </p:nvPr>
        </p:nvSpPr>
        <p:spPr/>
        <p:txBody>
          <a:bodyPr/>
          <a:lstStyle/>
          <a:p>
            <a:fld id="{B20F022F-161E-41B9-A1BC-CC85E43B1AF4}" type="datetimeFigureOut">
              <a:rPr lang="en-US" dirty="0"/>
              <a:t>9/30/2026</a:t>
            </a:fld>
            <a:endParaRPr lang="en-US" dirty="0"/>
          </a:p>
        </p:txBody>
      </p:sp>
      <p:sp>
        <p:nvSpPr>
          <p:cNvPr id="7" name="Slide Number Placeholder 6">
            <a:extLst>
              <a:ext uri="{FF2B5EF4-FFF2-40B4-BE49-F238E27FC236}">
                <a16:creationId xmlns:a16="http://schemas.microsoft.com/office/drawing/2014/main" id="{ACE80595-19B6-01B9-FCF5-F94B0C1BBAA2}"/>
              </a:ext>
            </a:extLst>
          </p:cNvPr>
          <p:cNvSpPr>
            <a:spLocks noGrp="1"/>
          </p:cNvSpPr>
          <p:nvPr>
            <p:ph type="sldNum" sz="quarter" idx="12"/>
          </p:nvPr>
        </p:nvSpPr>
        <p:spPr/>
        <p:txBody>
          <a:bodyPr/>
          <a:lstStyle/>
          <a:p>
            <a:fld id="{DDF60B60-82CA-4BB9-BA6E-A62FADF2374B}" type="slidenum">
              <a:rPr lang="en-US" dirty="0"/>
              <a:t>‹#›</a:t>
            </a:fld>
            <a:endParaRPr lang="en-US" dirty="0"/>
          </a:p>
        </p:txBody>
      </p:sp>
      <p:cxnSp>
        <p:nvCxnSpPr>
          <p:cNvPr id="9" name="Straight Connector 8">
            <a:extLst>
              <a:ext uri="{FF2B5EF4-FFF2-40B4-BE49-F238E27FC236}">
                <a16:creationId xmlns:a16="http://schemas.microsoft.com/office/drawing/2014/main" id="{52C5098A-8A29-951C-ABCF-B4C329C3A94F}"/>
              </a:ext>
            </a:extLst>
          </p:cNvPr>
          <p:cNvCxnSpPr>
            <a:cxnSpLocks/>
          </p:cNvCxnSpPr>
          <p:nvPr/>
        </p:nvCxnSpPr>
        <p:spPr>
          <a:xfrm>
            <a:off x="6096000" y="1362719"/>
            <a:ext cx="0" cy="5490348"/>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754A1D01-2B46-73F0-8DC7-926AA95F7DFC}"/>
              </a:ext>
            </a:extLst>
          </p:cNvPr>
          <p:cNvCxnSpPr>
            <a:cxnSpLocks/>
          </p:cNvCxnSpPr>
          <p:nvPr/>
        </p:nvCxnSpPr>
        <p:spPr>
          <a:xfrm flipH="1">
            <a:off x="0" y="1362719"/>
            <a:ext cx="12200040" cy="0"/>
          </a:xfrm>
          <a:prstGeom prst="line">
            <a:avLst/>
          </a:prstGeom>
          <a:ln w="9525">
            <a:solidFill>
              <a:srgbClr val="616867">
                <a:alpha val="45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2398378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F27A1-B3E2-4312-9475-76586DB132FF}"/>
              </a:ext>
            </a:extLst>
          </p:cNvPr>
          <p:cNvSpPr>
            <a:spLocks noGrp="1"/>
          </p:cNvSpPr>
          <p:nvPr>
            <p:ph type="title"/>
          </p:nvPr>
        </p:nvSpPr>
        <p:spPr>
          <a:xfrm>
            <a:off x="457199" y="276838"/>
            <a:ext cx="11274552" cy="914400"/>
          </a:xfrm>
        </p:spPr>
        <p:txBody>
          <a:bodyPr vert="horz" lIns="91440" tIns="45720" rIns="91440" bIns="45720" rtlCol="0" anchor="ctr">
            <a:normAutofit/>
          </a:bodyPr>
          <a:lstStyle>
            <a:lvl1pPr>
              <a:defRPr lang="en-US" dirty="0"/>
            </a:lvl1pPr>
          </a:lstStyle>
          <a:p>
            <a:pPr lvl="0"/>
            <a:r>
              <a:rPr lang="en-US" dirty="0"/>
              <a:t>Click to edit Master title style</a:t>
            </a:r>
          </a:p>
        </p:txBody>
      </p:sp>
      <p:sp>
        <p:nvSpPr>
          <p:cNvPr id="3" name="Text Placeholder 2">
            <a:extLst>
              <a:ext uri="{FF2B5EF4-FFF2-40B4-BE49-F238E27FC236}">
                <a16:creationId xmlns:a16="http://schemas.microsoft.com/office/drawing/2014/main" id="{25FD6984-5D8F-6F35-3DC2-352D46E75874}"/>
              </a:ext>
            </a:extLst>
          </p:cNvPr>
          <p:cNvSpPr>
            <a:spLocks noGrp="1"/>
          </p:cNvSpPr>
          <p:nvPr>
            <p:ph type="body" idx="1"/>
          </p:nvPr>
        </p:nvSpPr>
        <p:spPr>
          <a:xfrm>
            <a:off x="457199" y="1475623"/>
            <a:ext cx="5184648" cy="676690"/>
          </a:xfrm>
        </p:spPr>
        <p:txBody>
          <a:bodyPr anchor="ctr">
            <a:normAutofit/>
          </a:bodyPr>
          <a:lstStyle>
            <a:lvl1pPr marL="0" indent="0">
              <a:buNone/>
              <a:defRPr sz="1800" b="0" cap="all" spc="160" baseline="0"/>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59CD5136-48A0-D788-8CE2-627309A00EC8}"/>
              </a:ext>
            </a:extLst>
          </p:cNvPr>
          <p:cNvSpPr>
            <a:spLocks noGrp="1"/>
          </p:cNvSpPr>
          <p:nvPr>
            <p:ph sz="quarter" idx="15"/>
          </p:nvPr>
        </p:nvSpPr>
        <p:spPr>
          <a:xfrm>
            <a:off x="457200" y="2522538"/>
            <a:ext cx="5178425" cy="380682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8807CEA6-7FDB-2A72-485B-D38A79C1826D}"/>
              </a:ext>
            </a:extLst>
          </p:cNvPr>
          <p:cNvSpPr>
            <a:spLocks noGrp="1"/>
          </p:cNvSpPr>
          <p:nvPr>
            <p:ph type="body" sz="quarter" idx="3"/>
          </p:nvPr>
        </p:nvSpPr>
        <p:spPr>
          <a:xfrm>
            <a:off x="6556248" y="1475622"/>
            <a:ext cx="5184648" cy="676690"/>
          </a:xfrm>
        </p:spPr>
        <p:txBody>
          <a:bodyPr anchor="ctr">
            <a:normAutofit/>
          </a:bodyPr>
          <a:lstStyle>
            <a:lvl1pPr marL="0" indent="0">
              <a:buNone/>
              <a:defRPr sz="1800" b="0" cap="all" spc="160" baseline="0"/>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4" name="Content Placeholder 13">
            <a:extLst>
              <a:ext uri="{FF2B5EF4-FFF2-40B4-BE49-F238E27FC236}">
                <a16:creationId xmlns:a16="http://schemas.microsoft.com/office/drawing/2014/main" id="{FC4D723F-4492-3B3B-CE74-0959714EEB14}"/>
              </a:ext>
            </a:extLst>
          </p:cNvPr>
          <p:cNvSpPr>
            <a:spLocks noGrp="1"/>
          </p:cNvSpPr>
          <p:nvPr>
            <p:ph sz="quarter" idx="16"/>
          </p:nvPr>
        </p:nvSpPr>
        <p:spPr>
          <a:xfrm>
            <a:off x="6556375" y="2522538"/>
            <a:ext cx="5175249" cy="380682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10">
            <a:extLst>
              <a:ext uri="{FF2B5EF4-FFF2-40B4-BE49-F238E27FC236}">
                <a16:creationId xmlns:a16="http://schemas.microsoft.com/office/drawing/2014/main" id="{3FA108E0-63AE-4B5C-404F-AD0FEC4AB8B8}"/>
              </a:ext>
            </a:extLst>
          </p:cNvPr>
          <p:cNvSpPr>
            <a:spLocks noGrp="1"/>
          </p:cNvSpPr>
          <p:nvPr>
            <p:ph type="ftr" sz="quarter" idx="11"/>
          </p:nvPr>
        </p:nvSpPr>
        <p:spPr/>
        <p:txBody>
          <a:bodyPr/>
          <a:lstStyle/>
          <a:p>
            <a:r>
              <a:rPr lang="en-US" dirty="0"/>
              <a:t>
              </a:t>
            </a:r>
          </a:p>
        </p:txBody>
      </p:sp>
      <p:sp>
        <p:nvSpPr>
          <p:cNvPr id="10" name="Date Placeholder 9">
            <a:extLst>
              <a:ext uri="{FF2B5EF4-FFF2-40B4-BE49-F238E27FC236}">
                <a16:creationId xmlns:a16="http://schemas.microsoft.com/office/drawing/2014/main" id="{42E2EB77-3CF8-CDC9-D0D4-1AC07FC535D4}"/>
              </a:ext>
            </a:extLst>
          </p:cNvPr>
          <p:cNvSpPr>
            <a:spLocks noGrp="1"/>
          </p:cNvSpPr>
          <p:nvPr>
            <p:ph type="dt" sz="half" idx="10"/>
          </p:nvPr>
        </p:nvSpPr>
        <p:spPr/>
        <p:txBody>
          <a:bodyPr/>
          <a:lstStyle/>
          <a:p>
            <a:fld id="{6BC8F49A-9797-4EFB-8F78-023201B418DD}" type="datetimeFigureOut">
              <a:rPr lang="en-US" dirty="0"/>
              <a:t>9/30/2026</a:t>
            </a:fld>
            <a:endParaRPr lang="en-US" dirty="0"/>
          </a:p>
        </p:txBody>
      </p:sp>
      <p:sp>
        <p:nvSpPr>
          <p:cNvPr id="15" name="Slide Number Placeholder 14">
            <a:extLst>
              <a:ext uri="{FF2B5EF4-FFF2-40B4-BE49-F238E27FC236}">
                <a16:creationId xmlns:a16="http://schemas.microsoft.com/office/drawing/2014/main" id="{6918C09E-FCA3-F1F6-7408-40D98FCEA9FD}"/>
              </a:ext>
            </a:extLst>
          </p:cNvPr>
          <p:cNvSpPr>
            <a:spLocks noGrp="1"/>
          </p:cNvSpPr>
          <p:nvPr>
            <p:ph type="sldNum" sz="quarter" idx="12"/>
          </p:nvPr>
        </p:nvSpPr>
        <p:spPr/>
        <p:txBody>
          <a:bodyPr/>
          <a:lstStyle/>
          <a:p>
            <a:fld id="{DDF60B60-82CA-4BB9-BA6E-A62FADF2374B}" type="slidenum">
              <a:rPr lang="en-US" dirty="0"/>
              <a:t>‹#›</a:t>
            </a:fld>
            <a:endParaRPr lang="en-US" dirty="0"/>
          </a:p>
        </p:txBody>
      </p:sp>
      <p:cxnSp>
        <p:nvCxnSpPr>
          <p:cNvPr id="7" name="Straight Connector 6">
            <a:extLst>
              <a:ext uri="{FF2B5EF4-FFF2-40B4-BE49-F238E27FC236}">
                <a16:creationId xmlns:a16="http://schemas.microsoft.com/office/drawing/2014/main" id="{354F547E-1AC1-2FFD-3E17-DC3F25B07823}"/>
              </a:ext>
            </a:extLst>
          </p:cNvPr>
          <p:cNvCxnSpPr>
            <a:cxnSpLocks/>
          </p:cNvCxnSpPr>
          <p:nvPr/>
        </p:nvCxnSpPr>
        <p:spPr>
          <a:xfrm>
            <a:off x="6096000" y="1362719"/>
            <a:ext cx="0" cy="5490348"/>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8695E25D-D4B1-2002-F8AB-8B987C1683D9}"/>
              </a:ext>
            </a:extLst>
          </p:cNvPr>
          <p:cNvCxnSpPr>
            <a:cxnSpLocks/>
          </p:cNvCxnSpPr>
          <p:nvPr/>
        </p:nvCxnSpPr>
        <p:spPr>
          <a:xfrm flipH="1">
            <a:off x="0" y="2268129"/>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8335EA16-C700-BA75-F075-2E4BC3EAFBE2}"/>
              </a:ext>
            </a:extLst>
          </p:cNvPr>
          <p:cNvCxnSpPr>
            <a:cxnSpLocks/>
          </p:cNvCxnSpPr>
          <p:nvPr/>
        </p:nvCxnSpPr>
        <p:spPr>
          <a:xfrm flipH="1">
            <a:off x="0" y="1362719"/>
            <a:ext cx="12200040" cy="0"/>
          </a:xfrm>
          <a:prstGeom prst="line">
            <a:avLst/>
          </a:prstGeom>
          <a:ln w="9525">
            <a:solidFill>
              <a:srgbClr val="616867">
                <a:alpha val="45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0590055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552C1-DD73-A90F-46E0-33A4D558013C}"/>
              </a:ext>
            </a:extLst>
          </p:cNvPr>
          <p:cNvSpPr>
            <a:spLocks noGrp="1"/>
          </p:cNvSpPr>
          <p:nvPr>
            <p:ph type="title"/>
          </p:nvPr>
        </p:nvSpPr>
        <p:spPr/>
        <p:txBody>
          <a:bodyPr/>
          <a:lstStyle/>
          <a:p>
            <a:r>
              <a:rPr lang="en-US" dirty="0"/>
              <a:t>Click to edit Master title style</a:t>
            </a:r>
          </a:p>
        </p:txBody>
      </p:sp>
      <p:sp>
        <p:nvSpPr>
          <p:cNvPr id="4" name="Footer Placeholder 3">
            <a:extLst>
              <a:ext uri="{FF2B5EF4-FFF2-40B4-BE49-F238E27FC236}">
                <a16:creationId xmlns:a16="http://schemas.microsoft.com/office/drawing/2014/main" id="{238F8C10-87B8-01D2-2FEE-DAC41B9CF7CE}"/>
              </a:ext>
            </a:extLst>
          </p:cNvPr>
          <p:cNvSpPr>
            <a:spLocks noGrp="1"/>
          </p:cNvSpPr>
          <p:nvPr>
            <p:ph type="ftr" sz="quarter" idx="11"/>
          </p:nvPr>
        </p:nvSpPr>
        <p:spPr/>
        <p:txBody>
          <a:bodyPr/>
          <a:lstStyle/>
          <a:p>
            <a:r>
              <a:rPr lang="en-US" dirty="0"/>
              <a:t>
              </a:t>
            </a:r>
          </a:p>
        </p:txBody>
      </p:sp>
      <p:sp>
        <p:nvSpPr>
          <p:cNvPr id="3" name="Date Placeholder 2">
            <a:extLst>
              <a:ext uri="{FF2B5EF4-FFF2-40B4-BE49-F238E27FC236}">
                <a16:creationId xmlns:a16="http://schemas.microsoft.com/office/drawing/2014/main" id="{6225E57E-7F73-3825-2158-80859BAD43A4}"/>
              </a:ext>
            </a:extLst>
          </p:cNvPr>
          <p:cNvSpPr>
            <a:spLocks noGrp="1"/>
          </p:cNvSpPr>
          <p:nvPr>
            <p:ph type="dt" sz="half" idx="10"/>
          </p:nvPr>
        </p:nvSpPr>
        <p:spPr/>
        <p:txBody>
          <a:bodyPr/>
          <a:lstStyle/>
          <a:p>
            <a:fld id="{F1E57D35-FD3E-408B-A06E-7ED09E94C083}" type="datetimeFigureOut">
              <a:rPr lang="en-US" dirty="0"/>
              <a:t>9/30/2026</a:t>
            </a:fld>
            <a:endParaRPr lang="en-US" dirty="0"/>
          </a:p>
        </p:txBody>
      </p:sp>
      <p:sp>
        <p:nvSpPr>
          <p:cNvPr id="5" name="Slide Number Placeholder 4">
            <a:extLst>
              <a:ext uri="{FF2B5EF4-FFF2-40B4-BE49-F238E27FC236}">
                <a16:creationId xmlns:a16="http://schemas.microsoft.com/office/drawing/2014/main" id="{27A634BF-792D-AC8C-B0E0-492263401E1B}"/>
              </a:ext>
            </a:extLst>
          </p:cNvPr>
          <p:cNvSpPr>
            <a:spLocks noGrp="1"/>
          </p:cNvSpPr>
          <p:nvPr>
            <p:ph type="sldNum" sz="quarter" idx="12"/>
          </p:nvPr>
        </p:nvSpPr>
        <p:spPr/>
        <p:txBody>
          <a:bodyPr/>
          <a:lstStyle/>
          <a:p>
            <a:fld id="{DDF60B60-82CA-4BB9-BA6E-A62FADF2374B}" type="slidenum">
              <a:rPr lang="en-US" dirty="0"/>
              <a:t>‹#›</a:t>
            </a:fld>
            <a:endParaRPr lang="en-US" dirty="0"/>
          </a:p>
        </p:txBody>
      </p:sp>
    </p:spTree>
    <p:extLst>
      <p:ext uri="{BB962C8B-B14F-4D97-AF65-F5344CB8AC3E}">
        <p14:creationId xmlns:p14="http://schemas.microsoft.com/office/powerpoint/2010/main" val="37448713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3151370D-0A93-44DD-E049-EF3265B73F77}"/>
              </a:ext>
            </a:extLst>
          </p:cNvPr>
          <p:cNvSpPr>
            <a:spLocks noGrp="1"/>
          </p:cNvSpPr>
          <p:nvPr>
            <p:ph type="ftr" sz="quarter" idx="11"/>
          </p:nvPr>
        </p:nvSpPr>
        <p:spPr/>
        <p:txBody>
          <a:bodyPr/>
          <a:lstStyle/>
          <a:p>
            <a:r>
              <a:rPr lang="en-US" dirty="0"/>
              <a:t>
              </a:t>
            </a:r>
          </a:p>
        </p:txBody>
      </p:sp>
      <p:sp>
        <p:nvSpPr>
          <p:cNvPr id="2" name="Date Placeholder 1">
            <a:extLst>
              <a:ext uri="{FF2B5EF4-FFF2-40B4-BE49-F238E27FC236}">
                <a16:creationId xmlns:a16="http://schemas.microsoft.com/office/drawing/2014/main" id="{B6FF00A2-5853-30A7-62F5-7C7CB5A22191}"/>
              </a:ext>
            </a:extLst>
          </p:cNvPr>
          <p:cNvSpPr>
            <a:spLocks noGrp="1"/>
          </p:cNvSpPr>
          <p:nvPr>
            <p:ph type="dt" sz="half" idx="10"/>
          </p:nvPr>
        </p:nvSpPr>
        <p:spPr/>
        <p:txBody>
          <a:bodyPr/>
          <a:lstStyle/>
          <a:p>
            <a:fld id="{8334BC47-E75B-4512-AE58-14F5144E068D}" type="datetimeFigureOut">
              <a:rPr lang="en-US" dirty="0"/>
              <a:t>9/30/2026</a:t>
            </a:fld>
            <a:endParaRPr lang="en-US" dirty="0"/>
          </a:p>
        </p:txBody>
      </p:sp>
      <p:sp>
        <p:nvSpPr>
          <p:cNvPr id="4" name="Slide Number Placeholder 3">
            <a:extLst>
              <a:ext uri="{FF2B5EF4-FFF2-40B4-BE49-F238E27FC236}">
                <a16:creationId xmlns:a16="http://schemas.microsoft.com/office/drawing/2014/main" id="{ED3E97DA-A7DF-E3FF-8937-F6A36D17F59B}"/>
              </a:ext>
            </a:extLst>
          </p:cNvPr>
          <p:cNvSpPr>
            <a:spLocks noGrp="1"/>
          </p:cNvSpPr>
          <p:nvPr>
            <p:ph type="sldNum" sz="quarter" idx="12"/>
          </p:nvPr>
        </p:nvSpPr>
        <p:spPr/>
        <p:txBody>
          <a:bodyPr/>
          <a:lstStyle/>
          <a:p>
            <a:fld id="{DDF60B60-82CA-4BB9-BA6E-A62FADF2374B}" type="slidenum">
              <a:rPr lang="en-US" dirty="0"/>
              <a:t>‹#›</a:t>
            </a:fld>
            <a:endParaRPr lang="en-US" dirty="0"/>
          </a:p>
        </p:txBody>
      </p:sp>
    </p:spTree>
    <p:extLst>
      <p:ext uri="{BB962C8B-B14F-4D97-AF65-F5344CB8AC3E}">
        <p14:creationId xmlns:p14="http://schemas.microsoft.com/office/powerpoint/2010/main" val="61348418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319627-2791-E32D-91B0-857B27F822FB}"/>
              </a:ext>
            </a:extLst>
          </p:cNvPr>
          <p:cNvSpPr/>
          <p:nvPr/>
        </p:nvSpPr>
        <p:spPr>
          <a:xfrm>
            <a:off x="0" y="0"/>
            <a:ext cx="12192000" cy="6858000"/>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1034473"/>
            <a:ext cx="11122508" cy="1993399"/>
          </a:xfrm>
        </p:spPr>
        <p:txBody>
          <a:bodyPr anchor="b">
            <a:normAutofit/>
          </a:bodyPr>
          <a:lstStyle>
            <a:lvl1pPr>
              <a:defRPr sz="6000" cap="all" baseline="0">
                <a:solidFill>
                  <a:schemeClr val="accent1"/>
                </a:solidFill>
              </a:defRPr>
            </a:lvl1pPr>
          </a:lstStyle>
          <a:p>
            <a:r>
              <a:rPr lang="en-US" dirty="0"/>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457199" y="3528206"/>
            <a:ext cx="11122509" cy="2754253"/>
          </a:xfrm>
        </p:spPr>
        <p:txBody>
          <a:bodyPr vert="horz" lIns="91440" tIns="45720" rIns="91440" bIns="45720" rtlCol="0">
            <a:normAutofit/>
          </a:bodyPr>
          <a:lstStyle>
            <a:lvl1pPr marL="0" indent="0">
              <a:buNone/>
              <a:defRPr lang="en-US" dirty="0">
                <a:solidFill>
                  <a:schemeClr val="tx2"/>
                </a:solidFill>
              </a:defRPr>
            </a:lvl1pPr>
            <a:lvl2pPr marL="228600" indent="0">
              <a:buNone/>
              <a:defRPr lang="en-US" dirty="0">
                <a:solidFill>
                  <a:schemeClr val="tx2"/>
                </a:solidFill>
              </a:defRPr>
            </a:lvl2pPr>
            <a:lvl3pPr marL="457200" indent="0">
              <a:buNone/>
              <a:defRPr lang="en-US" dirty="0">
                <a:solidFill>
                  <a:schemeClr val="tx2"/>
                </a:solidFill>
              </a:defRPr>
            </a:lvl3pPr>
            <a:lvl4pPr marL="685800" indent="0">
              <a:buNone/>
              <a:defRPr lang="en-US" dirty="0">
                <a:solidFill>
                  <a:schemeClr val="tx2"/>
                </a:solidFill>
              </a:defRPr>
            </a:lvl4pPr>
            <a:lvl5pPr marL="914400" indent="0">
              <a:buNone/>
              <a:defRPr lang="en-US" dirty="0">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57200" y="6445997"/>
            <a:ext cx="3949302" cy="365125"/>
          </a:xfrm>
        </p:spPr>
        <p:txBody>
          <a:bodyPr/>
          <a:lstStyle>
            <a:lvl1pPr>
              <a:defRPr>
                <a:solidFill>
                  <a:schemeClr val="tx2"/>
                </a:solidFill>
              </a:defRPr>
            </a:lvl1pPr>
          </a:lstStyle>
          <a:p>
            <a:r>
              <a:rPr lang="en-US" dirty="0"/>
              <a:t>
              </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2"/>
                </a:solidFill>
              </a:defRPr>
            </a:lvl1pPr>
          </a:lstStyle>
          <a:p>
            <a:fld id="{1DBA68D7-9D7C-42B8-BD6B-A4B9C6BE522F}" type="datetimeFigureOut">
              <a:rPr lang="en-US" dirty="0"/>
              <a:t>9/30/2026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dirty="0"/>
              <a:t>‹#›</a:t>
            </a:fld>
            <a:endParaRPr lang="en-US" dirty="0"/>
          </a:p>
        </p:txBody>
      </p:sp>
      <p:cxnSp>
        <p:nvCxnSpPr>
          <p:cNvPr id="11" name="Straight Connector 10">
            <a:extLst>
              <a:ext uri="{FF2B5EF4-FFF2-40B4-BE49-F238E27FC236}">
                <a16:creationId xmlns:a16="http://schemas.microsoft.com/office/drawing/2014/main" id="{E2128EF9-7F8A-2F1B-41F7-2CA02A35CCA7}"/>
              </a:ext>
            </a:extLst>
          </p:cNvPr>
          <p:cNvCxnSpPr>
            <a:cxnSpLocks/>
          </p:cNvCxnSpPr>
          <p:nvPr/>
        </p:nvCxnSpPr>
        <p:spPr>
          <a:xfrm flipH="1">
            <a:off x="0" y="3191402"/>
            <a:ext cx="12192000" cy="0"/>
          </a:xfrm>
          <a:prstGeom prst="line">
            <a:avLst/>
          </a:prstGeom>
          <a:ln w="12700">
            <a:solidFill>
              <a:schemeClr val="tx1">
                <a:lumMod val="75000"/>
                <a:lumOff val="25000"/>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09912783"/>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2"/>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7CD7571-736E-B4CB-34E0-C8B31B5A98C2}"/>
              </a:ext>
            </a:extLst>
          </p:cNvPr>
          <p:cNvSpPr/>
          <p:nvPr/>
        </p:nvSpPr>
        <p:spPr>
          <a:xfrm>
            <a:off x="0" y="0"/>
            <a:ext cx="12192000" cy="6858000"/>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1034473"/>
            <a:ext cx="6768193" cy="1993399"/>
          </a:xfrm>
        </p:spPr>
        <p:txBody>
          <a:bodyPr anchor="b">
            <a:normAutofit/>
          </a:bodyPr>
          <a:lstStyle>
            <a:lvl1pPr>
              <a:defRPr sz="6000" cap="all" baseline="0">
                <a:solidFill>
                  <a:schemeClr val="accent1"/>
                </a:solidFill>
              </a:defRPr>
            </a:lvl1pPr>
          </a:lstStyle>
          <a:p>
            <a:r>
              <a:rPr lang="en-US" dirty="0"/>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457200" y="3528206"/>
            <a:ext cx="6768193" cy="1794899"/>
          </a:xfrm>
        </p:spPr>
        <p:txBody>
          <a:bodyPr vert="horz" lIns="91440" tIns="45720" rIns="91440" bIns="45720" rtlCol="0">
            <a:normAutofit/>
          </a:bodyPr>
          <a:lstStyle>
            <a:lvl1pPr marL="0" indent="0">
              <a:buNone/>
              <a:defRPr lang="en-US" dirty="0">
                <a:solidFill>
                  <a:schemeClr val="tx2"/>
                </a:solidFill>
              </a:defRPr>
            </a:lvl1pPr>
            <a:lvl2pPr marL="228600" indent="0">
              <a:buNone/>
              <a:defRPr lang="en-US" dirty="0">
                <a:solidFill>
                  <a:schemeClr val="tx2"/>
                </a:solidFill>
              </a:defRPr>
            </a:lvl2pPr>
            <a:lvl3pPr marL="457200" indent="0">
              <a:buNone/>
              <a:defRPr lang="en-US" dirty="0">
                <a:solidFill>
                  <a:schemeClr val="tx2"/>
                </a:solidFill>
              </a:defRPr>
            </a:lvl3pPr>
            <a:lvl4pPr marL="685800" indent="0">
              <a:buNone/>
              <a:defRPr lang="en-US" dirty="0">
                <a:solidFill>
                  <a:schemeClr val="tx2"/>
                </a:solidFill>
              </a:defRPr>
            </a:lvl4pPr>
            <a:lvl5pPr marL="914400" indent="0">
              <a:buNone/>
              <a:defRPr lang="en-US" dirty="0">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57200" y="6445997"/>
            <a:ext cx="3949302" cy="365125"/>
          </a:xfrm>
        </p:spPr>
        <p:txBody>
          <a:bodyPr/>
          <a:lstStyle>
            <a:lvl1pPr>
              <a:defRPr>
                <a:solidFill>
                  <a:schemeClr val="tx2"/>
                </a:solidFill>
              </a:defRPr>
            </a:lvl1pPr>
          </a:lstStyle>
          <a:p>
            <a:r>
              <a:rPr lang="en-US" dirty="0"/>
              <a:t>
              </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2"/>
                </a:solidFill>
              </a:defRPr>
            </a:lvl1pPr>
          </a:lstStyle>
          <a:p>
            <a:fld id="{1F39104F-A6E3-4FB2-902A-A12FD9746726}" type="datetimeFigureOut">
              <a:rPr lang="en-US" dirty="0"/>
              <a:t>9/30/2026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dirty="0"/>
              <a:t>‹#›</a:t>
            </a:fld>
            <a:endParaRPr lang="en-US" dirty="0"/>
          </a:p>
        </p:txBody>
      </p:sp>
      <p:cxnSp>
        <p:nvCxnSpPr>
          <p:cNvPr id="11" name="Straight Connector 10">
            <a:extLst>
              <a:ext uri="{FF2B5EF4-FFF2-40B4-BE49-F238E27FC236}">
                <a16:creationId xmlns:a16="http://schemas.microsoft.com/office/drawing/2014/main" id="{E2128EF9-7F8A-2F1B-41F7-2CA02A35CCA7}"/>
              </a:ext>
            </a:extLst>
          </p:cNvPr>
          <p:cNvCxnSpPr>
            <a:cxnSpLocks/>
          </p:cNvCxnSpPr>
          <p:nvPr/>
        </p:nvCxnSpPr>
        <p:spPr>
          <a:xfrm flipH="1">
            <a:off x="0" y="3191402"/>
            <a:ext cx="12192000" cy="0"/>
          </a:xfrm>
          <a:prstGeom prst="line">
            <a:avLst/>
          </a:prstGeom>
          <a:ln w="12700">
            <a:solidFill>
              <a:schemeClr val="tx1">
                <a:lumMod val="75000"/>
                <a:lumOff val="25000"/>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9472440"/>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70366-2F17-DBB2-7738-75B37665682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48D3F3C-B465-D046-D964-EBA7087CEB2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CCDDC4B-867A-1DA8-A14C-DAF436FD0D67}"/>
              </a:ext>
            </a:extLst>
          </p:cNvPr>
          <p:cNvSpPr>
            <a:spLocks noGrp="1"/>
          </p:cNvSpPr>
          <p:nvPr>
            <p:ph type="dt" sz="half" idx="10"/>
          </p:nvPr>
        </p:nvSpPr>
        <p:spPr/>
        <p:txBody>
          <a:bodyPr/>
          <a:lstStyle/>
          <a:p>
            <a:fld id="{DC48AC13-E1EE-46D0-BFA7-D2EDD852B0CE}" type="datetimeFigureOut">
              <a:rPr lang="en-US" smtClean="0"/>
              <a:t>9/30/2026</a:t>
            </a:fld>
            <a:endParaRPr lang="en-US"/>
          </a:p>
        </p:txBody>
      </p:sp>
      <p:sp>
        <p:nvSpPr>
          <p:cNvPr id="5" name="Footer Placeholder 4">
            <a:extLst>
              <a:ext uri="{FF2B5EF4-FFF2-40B4-BE49-F238E27FC236}">
                <a16:creationId xmlns:a16="http://schemas.microsoft.com/office/drawing/2014/main" id="{82D6D013-732A-7422-E8F2-E67BFE5778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C032F85-3478-6007-FDDF-AA677244517A}"/>
              </a:ext>
            </a:extLst>
          </p:cNvPr>
          <p:cNvSpPr>
            <a:spLocks noGrp="1"/>
          </p:cNvSpPr>
          <p:nvPr>
            <p:ph type="sldNum" sz="quarter" idx="12"/>
          </p:nvPr>
        </p:nvSpPr>
        <p:spPr/>
        <p:txBody>
          <a:bodyPr/>
          <a:lstStyle/>
          <a:p>
            <a:fld id="{6F0D749A-D9DB-45F4-9F1F-C07742261A22}" type="slidenum">
              <a:rPr lang="en-US" smtClean="0"/>
              <a:t>‹#›</a:t>
            </a:fld>
            <a:endParaRPr lang="en-US"/>
          </a:p>
        </p:txBody>
      </p:sp>
    </p:spTree>
    <p:extLst>
      <p:ext uri="{BB962C8B-B14F-4D97-AF65-F5344CB8AC3E}">
        <p14:creationId xmlns:p14="http://schemas.microsoft.com/office/powerpoint/2010/main" val="163678124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6E9E8-A7F0-E209-0D14-4823D74327D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24DC2B2-12E2-AA76-D165-04AAA2F5FE0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FBBA20-9827-ACB7-2F52-221F672CF8C2}"/>
              </a:ext>
            </a:extLst>
          </p:cNvPr>
          <p:cNvSpPr>
            <a:spLocks noGrp="1"/>
          </p:cNvSpPr>
          <p:nvPr>
            <p:ph type="dt" sz="half" idx="10"/>
          </p:nvPr>
        </p:nvSpPr>
        <p:spPr/>
        <p:txBody>
          <a:bodyPr/>
          <a:lstStyle/>
          <a:p>
            <a:fld id="{DC48AC13-E1EE-46D0-BFA7-D2EDD852B0CE}" type="datetimeFigureOut">
              <a:rPr lang="en-US" smtClean="0"/>
              <a:t>9/30/2026</a:t>
            </a:fld>
            <a:endParaRPr lang="en-US"/>
          </a:p>
        </p:txBody>
      </p:sp>
      <p:sp>
        <p:nvSpPr>
          <p:cNvPr id="5" name="Footer Placeholder 4">
            <a:extLst>
              <a:ext uri="{FF2B5EF4-FFF2-40B4-BE49-F238E27FC236}">
                <a16:creationId xmlns:a16="http://schemas.microsoft.com/office/drawing/2014/main" id="{5097C1E9-EE09-D908-F135-7035A5F3CD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009BB8-1490-4325-8897-6B1969498732}"/>
              </a:ext>
            </a:extLst>
          </p:cNvPr>
          <p:cNvSpPr>
            <a:spLocks noGrp="1"/>
          </p:cNvSpPr>
          <p:nvPr>
            <p:ph type="sldNum" sz="quarter" idx="12"/>
          </p:nvPr>
        </p:nvSpPr>
        <p:spPr/>
        <p:txBody>
          <a:bodyPr/>
          <a:lstStyle/>
          <a:p>
            <a:fld id="{6F0D749A-D9DB-45F4-9F1F-C07742261A22}" type="slidenum">
              <a:rPr lang="en-US" smtClean="0"/>
              <a:t>‹#›</a:t>
            </a:fld>
            <a:endParaRPr lang="en-US"/>
          </a:p>
        </p:txBody>
      </p:sp>
    </p:spTree>
    <p:extLst>
      <p:ext uri="{BB962C8B-B14F-4D97-AF65-F5344CB8AC3E}">
        <p14:creationId xmlns:p14="http://schemas.microsoft.com/office/powerpoint/2010/main" val="388672582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531EA-A83D-AED8-B62D-6CC3D3E2980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FDCEA51-B10D-736D-C1AB-108CC7A7913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26FF6CB-E763-98F8-78D0-3118FD024C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7F08E2-93CD-DE95-CFD1-DD31BB7AE883}"/>
              </a:ext>
            </a:extLst>
          </p:cNvPr>
          <p:cNvSpPr>
            <a:spLocks noGrp="1"/>
          </p:cNvSpPr>
          <p:nvPr>
            <p:ph type="dt" sz="half" idx="10"/>
          </p:nvPr>
        </p:nvSpPr>
        <p:spPr/>
        <p:txBody>
          <a:bodyPr/>
          <a:lstStyle/>
          <a:p>
            <a:fld id="{DC48AC13-E1EE-46D0-BFA7-D2EDD852B0CE}" type="datetimeFigureOut">
              <a:rPr lang="en-US" smtClean="0"/>
              <a:t>9/30/2026</a:t>
            </a:fld>
            <a:endParaRPr lang="en-US"/>
          </a:p>
        </p:txBody>
      </p:sp>
      <p:sp>
        <p:nvSpPr>
          <p:cNvPr id="6" name="Footer Placeholder 5">
            <a:extLst>
              <a:ext uri="{FF2B5EF4-FFF2-40B4-BE49-F238E27FC236}">
                <a16:creationId xmlns:a16="http://schemas.microsoft.com/office/drawing/2014/main" id="{A236401F-14FD-DF8E-04EA-43DD956B703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24801EC-F38A-6E51-1343-1B6E343D9782}"/>
              </a:ext>
            </a:extLst>
          </p:cNvPr>
          <p:cNvSpPr>
            <a:spLocks noGrp="1"/>
          </p:cNvSpPr>
          <p:nvPr>
            <p:ph type="sldNum" sz="quarter" idx="12"/>
          </p:nvPr>
        </p:nvSpPr>
        <p:spPr/>
        <p:txBody>
          <a:bodyPr/>
          <a:lstStyle/>
          <a:p>
            <a:fld id="{6F0D749A-D9DB-45F4-9F1F-C07742261A22}" type="slidenum">
              <a:rPr lang="en-US" smtClean="0"/>
              <a:t>‹#›</a:t>
            </a:fld>
            <a:endParaRPr lang="en-US"/>
          </a:p>
        </p:txBody>
      </p:sp>
    </p:spTree>
    <p:extLst>
      <p:ext uri="{BB962C8B-B14F-4D97-AF65-F5344CB8AC3E}">
        <p14:creationId xmlns:p14="http://schemas.microsoft.com/office/powerpoint/2010/main" val="31096830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73D3FD4-5222-80BF-00E7-5CFFAC834961}"/>
              </a:ext>
            </a:extLst>
          </p:cNvPr>
          <p:cNvSpPr>
            <a:spLocks noGrp="1"/>
          </p:cNvSpPr>
          <p:nvPr>
            <p:ph type="dt" sz="half" idx="10"/>
          </p:nvPr>
        </p:nvSpPr>
        <p:spPr/>
        <p:txBody>
          <a:bodyPr/>
          <a:lstStyle/>
          <a:p>
            <a:fld id="{DC48AC13-E1EE-46D0-BFA7-D2EDD852B0CE}" type="datetimeFigureOut">
              <a:rPr lang="en-US" smtClean="0"/>
              <a:t>9/30/2026</a:t>
            </a:fld>
            <a:endParaRPr lang="en-US"/>
          </a:p>
        </p:txBody>
      </p:sp>
      <p:sp>
        <p:nvSpPr>
          <p:cNvPr id="3" name="Footer Placeholder 2">
            <a:extLst>
              <a:ext uri="{FF2B5EF4-FFF2-40B4-BE49-F238E27FC236}">
                <a16:creationId xmlns:a16="http://schemas.microsoft.com/office/drawing/2014/main" id="{485B283A-8067-1A5D-1CDF-DF269CB0C3F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0EE599E-30BC-E55E-34FC-C1AAF0767D65}"/>
              </a:ext>
            </a:extLst>
          </p:cNvPr>
          <p:cNvSpPr>
            <a:spLocks noGrp="1"/>
          </p:cNvSpPr>
          <p:nvPr>
            <p:ph type="sldNum" sz="quarter" idx="12"/>
          </p:nvPr>
        </p:nvSpPr>
        <p:spPr/>
        <p:txBody>
          <a:bodyPr/>
          <a:lstStyle/>
          <a:p>
            <a:fld id="{6F0D749A-D9DB-45F4-9F1F-C07742261A22}" type="slidenum">
              <a:rPr lang="en-US" smtClean="0"/>
              <a:t>‹#›</a:t>
            </a:fld>
            <a:endParaRPr lang="en-US"/>
          </a:p>
        </p:txBody>
      </p:sp>
    </p:spTree>
    <p:extLst>
      <p:ext uri="{BB962C8B-B14F-4D97-AF65-F5344CB8AC3E}">
        <p14:creationId xmlns:p14="http://schemas.microsoft.com/office/powerpoint/2010/main" val="136756829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Obj" preserve="1">
  <p:cSld name="1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BEFC75-5140-2A02-A557-56279E9D610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4E0505D-A572-7C33-87C7-9B82C602942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1ABC0D1-E055-1F62-C258-406A709530C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C6675B6-BEAA-306A-B937-EFB67C95C124}"/>
              </a:ext>
            </a:extLst>
          </p:cNvPr>
          <p:cNvSpPr>
            <a:spLocks noGrp="1"/>
          </p:cNvSpPr>
          <p:nvPr>
            <p:ph type="dt" sz="half" idx="10"/>
          </p:nvPr>
        </p:nvSpPr>
        <p:spPr/>
        <p:txBody>
          <a:bodyPr/>
          <a:lstStyle/>
          <a:p>
            <a:fld id="{DC48AC13-E1EE-46D0-BFA7-D2EDD852B0CE}" type="datetimeFigureOut">
              <a:rPr lang="en-US" smtClean="0"/>
              <a:t>9/30/2026</a:t>
            </a:fld>
            <a:endParaRPr lang="en-US"/>
          </a:p>
        </p:txBody>
      </p:sp>
      <p:sp>
        <p:nvSpPr>
          <p:cNvPr id="6" name="Footer Placeholder 5">
            <a:extLst>
              <a:ext uri="{FF2B5EF4-FFF2-40B4-BE49-F238E27FC236}">
                <a16:creationId xmlns:a16="http://schemas.microsoft.com/office/drawing/2014/main" id="{45861B04-29F5-9215-C24A-C04E27246B9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F2D2C1-95F2-2276-031F-DB81AE938A13}"/>
              </a:ext>
            </a:extLst>
          </p:cNvPr>
          <p:cNvSpPr>
            <a:spLocks noGrp="1"/>
          </p:cNvSpPr>
          <p:nvPr>
            <p:ph type="sldNum" sz="quarter" idx="12"/>
          </p:nvPr>
        </p:nvSpPr>
        <p:spPr/>
        <p:txBody>
          <a:bodyPr/>
          <a:lstStyle/>
          <a:p>
            <a:fld id="{6F0D749A-D9DB-45F4-9F1F-C07742261A22}" type="slidenum">
              <a:rPr lang="en-US" smtClean="0"/>
              <a:t>‹#›</a:t>
            </a:fld>
            <a:endParaRPr lang="en-US"/>
          </a:p>
        </p:txBody>
      </p:sp>
    </p:spTree>
    <p:extLst>
      <p:ext uri="{BB962C8B-B14F-4D97-AF65-F5344CB8AC3E}">
        <p14:creationId xmlns:p14="http://schemas.microsoft.com/office/powerpoint/2010/main" val="151236372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C57148D-D60C-3359-4AC2-15A43E221742}"/>
              </a:ext>
            </a:extLst>
          </p:cNvPr>
          <p:cNvSpPr>
            <a:spLocks noGrp="1"/>
          </p:cNvSpPr>
          <p:nvPr>
            <p:ph type="title"/>
          </p:nvPr>
        </p:nvSpPr>
        <p:spPr>
          <a:xfrm>
            <a:off x="457200" y="533401"/>
            <a:ext cx="10515600" cy="1157288"/>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E1A8731C-FCAE-A05A-5A11-57005B86ABD4}"/>
              </a:ext>
            </a:extLst>
          </p:cNvPr>
          <p:cNvSpPr>
            <a:spLocks noGrp="1"/>
          </p:cNvSpPr>
          <p:nvPr>
            <p:ph type="body" idx="1"/>
          </p:nvPr>
        </p:nvSpPr>
        <p:spPr>
          <a:xfrm>
            <a:off x="457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44952E70-B2DF-717F-6373-70A688FAD82F}"/>
              </a:ext>
            </a:extLst>
          </p:cNvPr>
          <p:cNvSpPr>
            <a:spLocks noGrp="1"/>
          </p:cNvSpPr>
          <p:nvPr>
            <p:ph type="ftr" sz="quarter" idx="3"/>
          </p:nvPr>
        </p:nvSpPr>
        <p:spPr>
          <a:xfrm>
            <a:off x="457200" y="6445997"/>
            <a:ext cx="3949302" cy="365125"/>
          </a:xfrm>
          <a:prstGeom prst="rect">
            <a:avLst/>
          </a:prstGeom>
        </p:spPr>
        <p:txBody>
          <a:bodyPr vert="horz" lIns="91440" tIns="45720" rIns="91440" bIns="45720" rtlCol="0" anchor="ctr"/>
          <a:lstStyle>
            <a:lvl1pPr algn="l">
              <a:defRPr sz="900">
                <a:solidFill>
                  <a:schemeClr val="tx1">
                    <a:lumMod val="95000"/>
                    <a:lumOff val="5000"/>
                  </a:schemeClr>
                </a:solidFill>
              </a:defRPr>
            </a:lvl1pPr>
          </a:lstStyle>
          <a:p>
            <a:r>
              <a:rPr lang="en-US" dirty="0"/>
              <a:t>
              </a:t>
            </a:r>
          </a:p>
        </p:txBody>
      </p:sp>
      <p:sp>
        <p:nvSpPr>
          <p:cNvPr id="4" name="Date Placeholder 3">
            <a:extLst>
              <a:ext uri="{FF2B5EF4-FFF2-40B4-BE49-F238E27FC236}">
                <a16:creationId xmlns:a16="http://schemas.microsoft.com/office/drawing/2014/main" id="{225215E5-6146-14C5-665E-EF04630DCB32}"/>
              </a:ext>
            </a:extLst>
          </p:cNvPr>
          <p:cNvSpPr>
            <a:spLocks noGrp="1"/>
          </p:cNvSpPr>
          <p:nvPr>
            <p:ph type="dt" sz="half" idx="2"/>
          </p:nvPr>
        </p:nvSpPr>
        <p:spPr>
          <a:xfrm>
            <a:off x="9737594" y="6445997"/>
            <a:ext cx="1842115" cy="365125"/>
          </a:xfrm>
          <a:prstGeom prst="rect">
            <a:avLst/>
          </a:prstGeom>
        </p:spPr>
        <p:txBody>
          <a:bodyPr vert="horz" lIns="91440" tIns="45720" rIns="91440" bIns="45720" rtlCol="0" anchor="ctr"/>
          <a:lstStyle>
            <a:lvl1pPr algn="r">
              <a:defRPr sz="900">
                <a:solidFill>
                  <a:schemeClr val="tx1">
                    <a:lumMod val="95000"/>
                    <a:lumOff val="5000"/>
                  </a:schemeClr>
                </a:solidFill>
              </a:defRPr>
            </a:lvl1pPr>
          </a:lstStyle>
          <a:p>
            <a:fld id="{56D64244-A3D4-4B68-87F0-779EEA0C37FE}" type="datetimeFigureOut">
              <a:rPr lang="en-US" dirty="0"/>
              <a:t>9/30/2026</a:t>
            </a:fld>
            <a:endParaRPr lang="en-US" dirty="0"/>
          </a:p>
        </p:txBody>
      </p:sp>
      <p:sp>
        <p:nvSpPr>
          <p:cNvPr id="6" name="Slide Number Placeholder 5">
            <a:extLst>
              <a:ext uri="{FF2B5EF4-FFF2-40B4-BE49-F238E27FC236}">
                <a16:creationId xmlns:a16="http://schemas.microsoft.com/office/drawing/2014/main" id="{20E8FA3A-8706-3F4B-41CC-B024431F6200}"/>
              </a:ext>
            </a:extLst>
          </p:cNvPr>
          <p:cNvSpPr>
            <a:spLocks noGrp="1"/>
          </p:cNvSpPr>
          <p:nvPr>
            <p:ph type="sldNum" sz="quarter" idx="4"/>
          </p:nvPr>
        </p:nvSpPr>
        <p:spPr>
          <a:xfrm>
            <a:off x="11734800" y="6445997"/>
            <a:ext cx="457200" cy="365125"/>
          </a:xfrm>
          <a:prstGeom prst="rect">
            <a:avLst/>
          </a:prstGeom>
        </p:spPr>
        <p:txBody>
          <a:bodyPr vert="horz" lIns="91440" tIns="45720" rIns="91440" bIns="45720" rtlCol="0" anchor="ctr"/>
          <a:lstStyle>
            <a:lvl1pPr algn="ctr">
              <a:defRPr sz="900">
                <a:solidFill>
                  <a:schemeClr val="tx1">
                    <a:lumMod val="95000"/>
                    <a:lumOff val="5000"/>
                  </a:schemeClr>
                </a:solidFill>
              </a:defRPr>
            </a:lvl1pPr>
          </a:lstStyle>
          <a:p>
            <a:fld id="{DDF60B60-82CA-4BB9-BA6E-A62FADF2374B}" type="slidenum">
              <a:rPr lang="en-US" dirty="0"/>
              <a:t>‹#›</a:t>
            </a:fld>
            <a:endParaRPr lang="en-US" dirty="0"/>
          </a:p>
        </p:txBody>
      </p:sp>
    </p:spTree>
    <p:extLst>
      <p:ext uri="{BB962C8B-B14F-4D97-AF65-F5344CB8AC3E}">
        <p14:creationId xmlns:p14="http://schemas.microsoft.com/office/powerpoint/2010/main" val="985692822"/>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 id="2147483738" r:id="rId12"/>
    <p:sldLayoutId id="2147483739" r:id="rId13"/>
    <p:sldLayoutId id="2147483740" r:id="rId14"/>
    <p:sldLayoutId id="2147483741" r:id="rId15"/>
    <p:sldLayoutId id="2147483742" r:id="rId16"/>
    <p:sldLayoutId id="2147483743" r:id="rId17"/>
    <p:sldLayoutId id="2147483744" r:id="rId18"/>
    <p:sldLayoutId id="2147483745" r:id="rId19"/>
    <p:sldLayoutId id="2147483746" r:id="rId20"/>
    <p:sldLayoutId id="2147483747" r:id="rId21"/>
    <p:sldLayoutId id="2147483748" r:id="rId22"/>
    <p:sldLayoutId id="2147483749" r:id="rId23"/>
    <p:sldLayoutId id="2147483750" r:id="rId24"/>
    <p:sldLayoutId id="2147483751" r:id="rId25"/>
    <p:sldLayoutId id="2147483752" r:id="rId26"/>
    <p:sldLayoutId id="2147483753" r:id="rId27"/>
    <p:sldLayoutId id="2147483754" r:id="rId28"/>
    <p:sldLayoutId id="2147483755" r:id="rId29"/>
    <p:sldLayoutId id="2147483756" r:id="rId30"/>
    <p:sldLayoutId id="2147483757" r:id="rId31"/>
    <p:sldLayoutId id="2147483758" r:id="rId32"/>
  </p:sldLayoutIdLst>
  <p:hf hdr="0"/>
  <p:txStyles>
    <p:titleStyle>
      <a:lvl1pPr algn="l" defTabSz="914400" rtl="0" eaLnBrk="1" latinLnBrk="0" hangingPunct="1">
        <a:lnSpc>
          <a:spcPct val="90000"/>
        </a:lnSpc>
        <a:spcBef>
          <a:spcPct val="0"/>
        </a:spcBef>
        <a:buNone/>
        <a:defRPr sz="3200" kern="120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2808">
          <p15:clr>
            <a:srgbClr val="F26B43"/>
          </p15:clr>
        </p15:guide>
        <p15:guide id="3" pos="4872">
          <p15:clr>
            <a:srgbClr val="F26B43"/>
          </p15:clr>
        </p15:guide>
        <p15:guide id="4" pos="5160">
          <p15:clr>
            <a:srgbClr val="F26B43"/>
          </p15:clr>
        </p15:guide>
        <p15:guide id="5" pos="2520">
          <p15:clr>
            <a:srgbClr val="F26B43"/>
          </p15:clr>
        </p15:guide>
        <p15:guide id="6" pos="458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hyperlink" Target="https://gadgetsin.com/garmin-fenix-chronos-gps-smartwatch-with-fitness-tracker-and-heart-rate-monitor.htm" TargetMode="External"/><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hyperlink" Target="https://developer.android.com/tools/releases/platform-tools" TargetMode="External"/><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8.jpe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13.png"/><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hyperlink" Target="https://waikato.github.io/weka-wiki/downloading_weka/"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27C76-A416-B496-1D42-38D4816A5291}"/>
              </a:ext>
            </a:extLst>
          </p:cNvPr>
          <p:cNvSpPr>
            <a:spLocks noGrp="1"/>
          </p:cNvSpPr>
          <p:nvPr>
            <p:ph type="title"/>
          </p:nvPr>
        </p:nvSpPr>
        <p:spPr>
          <a:xfrm>
            <a:off x="457200" y="1034473"/>
            <a:ext cx="6768193" cy="1993399"/>
          </a:xfrm>
        </p:spPr>
        <p:txBody>
          <a:bodyPr anchor="b">
            <a:normAutofit/>
          </a:bodyPr>
          <a:lstStyle/>
          <a:p>
            <a:r>
              <a:rPr lang="en-US" sz="4200"/>
              <a:t>Smart Watches, Weka, and Programming Assignment</a:t>
            </a:r>
          </a:p>
        </p:txBody>
      </p:sp>
      <p:sp>
        <p:nvSpPr>
          <p:cNvPr id="3" name="Subtitle 2">
            <a:extLst>
              <a:ext uri="{FF2B5EF4-FFF2-40B4-BE49-F238E27FC236}">
                <a16:creationId xmlns:a16="http://schemas.microsoft.com/office/drawing/2014/main" id="{1D34BB0A-7A8F-685C-CF09-78DD8C46A927}"/>
              </a:ext>
            </a:extLst>
          </p:cNvPr>
          <p:cNvSpPr>
            <a:spLocks noGrp="1"/>
          </p:cNvSpPr>
          <p:nvPr>
            <p:ph sz="quarter" idx="14"/>
          </p:nvPr>
        </p:nvSpPr>
        <p:spPr>
          <a:xfrm>
            <a:off x="457200" y="3528206"/>
            <a:ext cx="6768193" cy="1794899"/>
          </a:xfrm>
        </p:spPr>
        <p:txBody>
          <a:bodyPr vert="horz" lIns="91440" tIns="45720" rIns="91440" bIns="45720" rtlCol="0" anchor="t">
            <a:normAutofit/>
          </a:bodyPr>
          <a:lstStyle/>
          <a:p>
            <a:r>
              <a:rPr lang="en-US" dirty="0"/>
              <a:t>Sree Deeksha Bethapuri</a:t>
            </a:r>
            <a:endParaRPr lang="en-US"/>
          </a:p>
        </p:txBody>
      </p:sp>
      <p:sp>
        <p:nvSpPr>
          <p:cNvPr id="8" name="Footer Placeholder 3">
            <a:extLst>
              <a:ext uri="{FF2B5EF4-FFF2-40B4-BE49-F238E27FC236}">
                <a16:creationId xmlns:a16="http://schemas.microsoft.com/office/drawing/2014/main" id="{108A6ED5-A178-6D0F-9D31-39D816F504C4}"/>
              </a:ext>
            </a:extLst>
          </p:cNvPr>
          <p:cNvSpPr>
            <a:spLocks noGrp="1"/>
          </p:cNvSpPr>
          <p:nvPr>
            <p:ph type="ftr" sz="quarter" idx="11"/>
          </p:nvPr>
        </p:nvSpPr>
        <p:spPr>
          <a:xfrm>
            <a:off x="457200" y="6445997"/>
            <a:ext cx="3949302" cy="365125"/>
          </a:xfrm>
        </p:spPr>
        <p:txBody>
          <a:bodyPr/>
          <a:lstStyle/>
          <a:p>
            <a:pPr>
              <a:spcAft>
                <a:spcPts val="600"/>
              </a:spcAft>
            </a:pPr>
            <a:r>
              <a:rPr lang="en-US"/>
              <a:t>
              </a:t>
            </a:r>
          </a:p>
        </p:txBody>
      </p:sp>
      <p:sp>
        <p:nvSpPr>
          <p:cNvPr id="10" name="Date Placeholder 4">
            <a:extLst>
              <a:ext uri="{FF2B5EF4-FFF2-40B4-BE49-F238E27FC236}">
                <a16:creationId xmlns:a16="http://schemas.microsoft.com/office/drawing/2014/main" id="{17415FEF-05CC-D2E6-14A1-E3F2F8178D83}"/>
              </a:ext>
            </a:extLst>
          </p:cNvPr>
          <p:cNvSpPr>
            <a:spLocks noGrp="1"/>
          </p:cNvSpPr>
          <p:nvPr>
            <p:ph type="dt" sz="half" idx="10"/>
          </p:nvPr>
        </p:nvSpPr>
        <p:spPr>
          <a:xfrm>
            <a:off x="9737594" y="6445997"/>
            <a:ext cx="1842115" cy="365125"/>
          </a:xfrm>
        </p:spPr>
        <p:txBody>
          <a:bodyPr/>
          <a:lstStyle/>
          <a:p>
            <a:pPr>
              <a:spcAft>
                <a:spcPts val="600"/>
              </a:spcAft>
            </a:pPr>
            <a:fld id="{91349BAE-2143-4086-A519-2F911AC3ED42}" type="datetime1">
              <a:rPr lang="en-US" smtClean="0"/>
              <a:pPr>
                <a:spcAft>
                  <a:spcPts val="600"/>
                </a:spcAft>
              </a:pPr>
              <a:t>9/30/2026</a:t>
            </a:fld>
            <a:endParaRPr lang="en-US"/>
          </a:p>
        </p:txBody>
      </p:sp>
      <p:sp>
        <p:nvSpPr>
          <p:cNvPr id="12" name="Slide Number Placeholder 5">
            <a:extLst>
              <a:ext uri="{FF2B5EF4-FFF2-40B4-BE49-F238E27FC236}">
                <a16:creationId xmlns:a16="http://schemas.microsoft.com/office/drawing/2014/main" id="{5A65BF5D-6094-E392-86AB-B7E5F5E6AE8D}"/>
              </a:ext>
            </a:extLst>
          </p:cNvPr>
          <p:cNvSpPr>
            <a:spLocks noGrp="1"/>
          </p:cNvSpPr>
          <p:nvPr>
            <p:ph type="sldNum" sz="quarter" idx="12"/>
          </p:nvPr>
        </p:nvSpPr>
        <p:spPr>
          <a:xfrm>
            <a:off x="11734800" y="6445997"/>
            <a:ext cx="457200" cy="365125"/>
          </a:xfrm>
        </p:spPr>
        <p:txBody>
          <a:bodyPr/>
          <a:lstStyle/>
          <a:p>
            <a:pPr>
              <a:spcAft>
                <a:spcPts val="600"/>
              </a:spcAft>
            </a:pPr>
            <a:fld id="{DDF60B60-82CA-4BB9-BA6E-A62FADF2374B}" type="slidenum">
              <a:rPr lang="en-US" smtClean="0"/>
              <a:pPr>
                <a:spcAft>
                  <a:spcPts val="600"/>
                </a:spcAft>
              </a:pPr>
              <a:t>1</a:t>
            </a:fld>
            <a:endParaRPr lang="en-US"/>
          </a:p>
        </p:txBody>
      </p:sp>
    </p:spTree>
    <p:extLst>
      <p:ext uri="{BB962C8B-B14F-4D97-AF65-F5344CB8AC3E}">
        <p14:creationId xmlns:p14="http://schemas.microsoft.com/office/powerpoint/2010/main" val="9511377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FA4D6-C044-BA4B-4784-B02D28F1EC3C}"/>
              </a:ext>
            </a:extLst>
          </p:cNvPr>
          <p:cNvSpPr>
            <a:spLocks noGrp="1"/>
          </p:cNvSpPr>
          <p:nvPr>
            <p:ph type="title"/>
          </p:nvPr>
        </p:nvSpPr>
        <p:spPr>
          <a:xfrm>
            <a:off x="457200" y="1034473"/>
            <a:ext cx="6768193" cy="1993399"/>
          </a:xfrm>
        </p:spPr>
        <p:txBody>
          <a:bodyPr anchor="b">
            <a:normAutofit/>
          </a:bodyPr>
          <a:lstStyle/>
          <a:p>
            <a:r>
              <a:rPr lang="en-US" dirty="0"/>
              <a:t>overview</a:t>
            </a:r>
          </a:p>
        </p:txBody>
      </p:sp>
      <p:sp>
        <p:nvSpPr>
          <p:cNvPr id="3" name="Content Placeholder 2">
            <a:extLst>
              <a:ext uri="{FF2B5EF4-FFF2-40B4-BE49-F238E27FC236}">
                <a16:creationId xmlns:a16="http://schemas.microsoft.com/office/drawing/2014/main" id="{C3CD90C0-75AC-8285-45A8-35E22B5341F0}"/>
              </a:ext>
            </a:extLst>
          </p:cNvPr>
          <p:cNvSpPr>
            <a:spLocks noGrp="1"/>
          </p:cNvSpPr>
          <p:nvPr>
            <p:ph sz="quarter" idx="14"/>
          </p:nvPr>
        </p:nvSpPr>
        <p:spPr>
          <a:xfrm>
            <a:off x="457200" y="3528206"/>
            <a:ext cx="6768193" cy="1794899"/>
          </a:xfrm>
        </p:spPr>
        <p:txBody>
          <a:bodyPr vert="horz" lIns="91440" tIns="45720" rIns="91440" bIns="45720" rtlCol="0" anchor="t">
            <a:normAutofit/>
          </a:bodyPr>
          <a:lstStyle/>
          <a:p>
            <a:r>
              <a:rPr lang="en-US" dirty="0"/>
              <a:t>Smart watches</a:t>
            </a:r>
          </a:p>
          <a:p>
            <a:r>
              <a:rPr lang="en-US" dirty="0"/>
              <a:t>Wada</a:t>
            </a:r>
          </a:p>
          <a:p>
            <a:r>
              <a:rPr lang="en-US" dirty="0"/>
              <a:t>Weka</a:t>
            </a:r>
          </a:p>
          <a:p>
            <a:r>
              <a:rPr lang="en-US" dirty="0"/>
              <a:t>Example</a:t>
            </a:r>
          </a:p>
          <a:p>
            <a:endParaRPr lang="en-US" dirty="0"/>
          </a:p>
          <a:p>
            <a:endParaRPr lang="en-US" dirty="0"/>
          </a:p>
        </p:txBody>
      </p:sp>
      <p:sp>
        <p:nvSpPr>
          <p:cNvPr id="8" name="Footer Placeholder 3">
            <a:extLst>
              <a:ext uri="{FF2B5EF4-FFF2-40B4-BE49-F238E27FC236}">
                <a16:creationId xmlns:a16="http://schemas.microsoft.com/office/drawing/2014/main" id="{A94F4C19-E0B3-1F1A-D7AD-E3337B69E264}"/>
              </a:ext>
            </a:extLst>
          </p:cNvPr>
          <p:cNvSpPr>
            <a:spLocks noGrp="1"/>
          </p:cNvSpPr>
          <p:nvPr>
            <p:ph type="ftr" sz="quarter" idx="11"/>
          </p:nvPr>
        </p:nvSpPr>
        <p:spPr>
          <a:xfrm>
            <a:off x="457200" y="6445997"/>
            <a:ext cx="3949302" cy="365125"/>
          </a:xfrm>
        </p:spPr>
        <p:txBody>
          <a:bodyPr/>
          <a:lstStyle/>
          <a:p>
            <a:pPr>
              <a:spcAft>
                <a:spcPts val="600"/>
              </a:spcAft>
            </a:pPr>
            <a:r>
              <a:rPr lang="en-US"/>
              <a:t>
              </a:t>
            </a:r>
          </a:p>
        </p:txBody>
      </p:sp>
      <p:sp>
        <p:nvSpPr>
          <p:cNvPr id="10" name="Date Placeholder 4">
            <a:extLst>
              <a:ext uri="{FF2B5EF4-FFF2-40B4-BE49-F238E27FC236}">
                <a16:creationId xmlns:a16="http://schemas.microsoft.com/office/drawing/2014/main" id="{D8E34F98-7F0C-76E3-1E49-32108CAC5916}"/>
              </a:ext>
            </a:extLst>
          </p:cNvPr>
          <p:cNvSpPr>
            <a:spLocks noGrp="1"/>
          </p:cNvSpPr>
          <p:nvPr>
            <p:ph type="dt" sz="half" idx="10"/>
          </p:nvPr>
        </p:nvSpPr>
        <p:spPr>
          <a:xfrm>
            <a:off x="9737594" y="6445997"/>
            <a:ext cx="1842115" cy="365125"/>
          </a:xfrm>
        </p:spPr>
        <p:txBody>
          <a:bodyPr/>
          <a:lstStyle/>
          <a:p>
            <a:pPr>
              <a:spcAft>
                <a:spcPts val="600"/>
              </a:spcAft>
            </a:pPr>
            <a:fld id="{A4A93D19-71D4-4659-A27F-072D0F435CD9}" type="datetime1">
              <a:rPr lang="en-US" smtClean="0"/>
              <a:pPr>
                <a:spcAft>
                  <a:spcPts val="600"/>
                </a:spcAft>
              </a:pPr>
              <a:t>9/30/2026</a:t>
            </a:fld>
            <a:endParaRPr lang="en-US"/>
          </a:p>
        </p:txBody>
      </p:sp>
      <p:sp>
        <p:nvSpPr>
          <p:cNvPr id="12" name="Slide Number Placeholder 5">
            <a:extLst>
              <a:ext uri="{FF2B5EF4-FFF2-40B4-BE49-F238E27FC236}">
                <a16:creationId xmlns:a16="http://schemas.microsoft.com/office/drawing/2014/main" id="{71D188EB-5907-1ACF-969D-85A188CA40C9}"/>
              </a:ext>
            </a:extLst>
          </p:cNvPr>
          <p:cNvSpPr>
            <a:spLocks noGrp="1"/>
          </p:cNvSpPr>
          <p:nvPr>
            <p:ph type="sldNum" sz="quarter" idx="12"/>
          </p:nvPr>
        </p:nvSpPr>
        <p:spPr>
          <a:xfrm>
            <a:off x="11734800" y="6445997"/>
            <a:ext cx="457200" cy="365125"/>
          </a:xfrm>
        </p:spPr>
        <p:txBody>
          <a:bodyPr/>
          <a:lstStyle/>
          <a:p>
            <a:pPr>
              <a:spcAft>
                <a:spcPts val="600"/>
              </a:spcAft>
            </a:pPr>
            <a:fld id="{DDF60B60-82CA-4BB9-BA6E-A62FADF2374B}" type="slidenum">
              <a:rPr lang="en-US" smtClean="0"/>
              <a:pPr>
                <a:spcAft>
                  <a:spcPts val="600"/>
                </a:spcAft>
              </a:pPr>
              <a:t>2</a:t>
            </a:fld>
            <a:endParaRPr lang="en-US"/>
          </a:p>
        </p:txBody>
      </p:sp>
    </p:spTree>
    <p:extLst>
      <p:ext uri="{BB962C8B-B14F-4D97-AF65-F5344CB8AC3E}">
        <p14:creationId xmlns:p14="http://schemas.microsoft.com/office/powerpoint/2010/main" val="7422605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42664F-3BBE-FE9A-21B8-E6646DEEE2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DA8A59-E165-5513-2CED-718E7E71B6FB}"/>
              </a:ext>
            </a:extLst>
          </p:cNvPr>
          <p:cNvSpPr>
            <a:spLocks noGrp="1"/>
          </p:cNvSpPr>
          <p:nvPr>
            <p:ph type="title"/>
          </p:nvPr>
        </p:nvSpPr>
        <p:spPr/>
        <p:txBody>
          <a:bodyPr/>
          <a:lstStyle/>
          <a:p>
            <a:r>
              <a:rPr lang="en-US" dirty="0"/>
              <a:t>Smartwatch</a:t>
            </a:r>
            <a:endParaRPr lang="en-US" dirty="0">
              <a:solidFill>
                <a:srgbClr val="F3F2ED">
                  <a:alpha val="55000"/>
                </a:srgbClr>
              </a:solidFill>
            </a:endParaRPr>
          </a:p>
        </p:txBody>
      </p:sp>
      <p:sp>
        <p:nvSpPr>
          <p:cNvPr id="5" name="Text Placeholder 4">
            <a:extLst>
              <a:ext uri="{FF2B5EF4-FFF2-40B4-BE49-F238E27FC236}">
                <a16:creationId xmlns:a16="http://schemas.microsoft.com/office/drawing/2014/main" id="{66525B60-47D2-5AB3-AFED-81211AAFFD41}"/>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13273964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7A4E80E5-D34F-C0EA-3C59-5D9624404747}"/>
              </a:ext>
            </a:extLst>
          </p:cNvPr>
          <p:cNvSpPr>
            <a:spLocks noGrp="1"/>
          </p:cNvSpPr>
          <p:nvPr>
            <p:ph type="subTitle" idx="1"/>
          </p:nvPr>
        </p:nvSpPr>
        <p:spPr/>
        <p:txBody>
          <a:bodyPr>
            <a:normAutofit/>
          </a:bodyPr>
          <a:lstStyle/>
          <a:p>
            <a:r>
              <a:rPr lang="en-GB" sz="2800" b="1" dirty="0"/>
              <a:t>What is a smartwatch?</a:t>
            </a:r>
            <a:endParaRPr lang="en-US" dirty="0"/>
          </a:p>
        </p:txBody>
      </p:sp>
      <p:sp>
        <p:nvSpPr>
          <p:cNvPr id="4" name="Footer Placeholder 3">
            <a:extLst>
              <a:ext uri="{FF2B5EF4-FFF2-40B4-BE49-F238E27FC236}">
                <a16:creationId xmlns:a16="http://schemas.microsoft.com/office/drawing/2014/main" id="{60A30FA1-8C9E-0399-81A1-A47A334B352B}"/>
              </a:ext>
            </a:extLst>
          </p:cNvPr>
          <p:cNvSpPr>
            <a:spLocks noGrp="1"/>
          </p:cNvSpPr>
          <p:nvPr>
            <p:ph type="ftr" sz="quarter" idx="11"/>
          </p:nvPr>
        </p:nvSpPr>
        <p:spPr/>
        <p:txBody>
          <a:bodyPr/>
          <a:lstStyle/>
          <a:p>
            <a:r>
              <a:rPr lang="en-US" dirty="0"/>
              <a:t>
              </a:t>
            </a:r>
          </a:p>
        </p:txBody>
      </p:sp>
      <p:sp>
        <p:nvSpPr>
          <p:cNvPr id="5" name="Date Placeholder 4">
            <a:extLst>
              <a:ext uri="{FF2B5EF4-FFF2-40B4-BE49-F238E27FC236}">
                <a16:creationId xmlns:a16="http://schemas.microsoft.com/office/drawing/2014/main" id="{B68D0EE8-23BA-46FF-4E99-4B87081A242B}"/>
              </a:ext>
            </a:extLst>
          </p:cNvPr>
          <p:cNvSpPr>
            <a:spLocks noGrp="1"/>
          </p:cNvSpPr>
          <p:nvPr>
            <p:ph type="dt" sz="half" idx="10"/>
          </p:nvPr>
        </p:nvSpPr>
        <p:spPr/>
        <p:txBody>
          <a:bodyPr/>
          <a:lstStyle/>
          <a:p>
            <a:fld id="{3C3BA43A-77CA-4866-941A-197FCAD24028}" type="datetime1">
              <a:t>9/30/2026</a:t>
            </a:fld>
            <a:endParaRPr lang="en-US" dirty="0"/>
          </a:p>
        </p:txBody>
      </p:sp>
      <p:sp>
        <p:nvSpPr>
          <p:cNvPr id="6" name="Slide Number Placeholder 5">
            <a:extLst>
              <a:ext uri="{FF2B5EF4-FFF2-40B4-BE49-F238E27FC236}">
                <a16:creationId xmlns:a16="http://schemas.microsoft.com/office/drawing/2014/main" id="{2F082A78-62BF-5318-BAE1-503C66F71ACA}"/>
              </a:ext>
            </a:extLst>
          </p:cNvPr>
          <p:cNvSpPr>
            <a:spLocks noGrp="1"/>
          </p:cNvSpPr>
          <p:nvPr>
            <p:ph type="sldNum" sz="quarter" idx="12"/>
          </p:nvPr>
        </p:nvSpPr>
        <p:spPr/>
        <p:txBody>
          <a:bodyPr/>
          <a:lstStyle/>
          <a:p>
            <a:fld id="{DDF60B60-82CA-4BB9-BA6E-A62FADF2374B}" type="slidenum">
              <a:rPr lang="en-US" dirty="0"/>
              <a:t>4</a:t>
            </a:fld>
            <a:endParaRPr lang="en-US" dirty="0"/>
          </a:p>
        </p:txBody>
      </p:sp>
      <p:pic>
        <p:nvPicPr>
          <p:cNvPr id="7" name="Picture 6">
            <a:extLst>
              <a:ext uri="{FF2B5EF4-FFF2-40B4-BE49-F238E27FC236}">
                <a16:creationId xmlns:a16="http://schemas.microsoft.com/office/drawing/2014/main" id="{E7F4F535-9F9D-D1C9-1D6E-75A7B7A66852}"/>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3896818" y="480310"/>
            <a:ext cx="4298430" cy="4298430"/>
          </a:xfrm>
          <a:prstGeom prst="rect">
            <a:avLst/>
          </a:prstGeom>
        </p:spPr>
      </p:pic>
      <p:sp>
        <p:nvSpPr>
          <p:cNvPr id="10" name="TextBox 9">
            <a:extLst>
              <a:ext uri="{FF2B5EF4-FFF2-40B4-BE49-F238E27FC236}">
                <a16:creationId xmlns:a16="http://schemas.microsoft.com/office/drawing/2014/main" id="{2F63D90B-4560-BD4B-DB2D-869A402C6D6E}"/>
              </a:ext>
            </a:extLst>
          </p:cNvPr>
          <p:cNvSpPr txBox="1"/>
          <p:nvPr/>
        </p:nvSpPr>
        <p:spPr>
          <a:xfrm>
            <a:off x="350108" y="652162"/>
            <a:ext cx="3226486"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t>Physical hardware</a:t>
            </a:r>
          </a:p>
          <a:p>
            <a:endParaRPr lang="en-GB" dirty="0"/>
          </a:p>
          <a:p>
            <a:r>
              <a:rPr lang="en-GB" dirty="0"/>
              <a:t>Sensors</a:t>
            </a:r>
          </a:p>
          <a:p>
            <a:r>
              <a:rPr lang="en-GB" dirty="0"/>
              <a:t>Processor</a:t>
            </a:r>
          </a:p>
          <a:p>
            <a:r>
              <a:rPr lang="en-GB" dirty="0"/>
              <a:t>Memory</a:t>
            </a:r>
          </a:p>
          <a:p>
            <a:r>
              <a:rPr lang="en-GB" dirty="0"/>
              <a:t>Battery</a:t>
            </a:r>
          </a:p>
          <a:p>
            <a:r>
              <a:rPr lang="en-GB" dirty="0"/>
              <a:t>Wireless Communication</a:t>
            </a:r>
          </a:p>
        </p:txBody>
      </p:sp>
      <p:sp>
        <p:nvSpPr>
          <p:cNvPr id="13" name="TextBox 12">
            <a:extLst>
              <a:ext uri="{FF2B5EF4-FFF2-40B4-BE49-F238E27FC236}">
                <a16:creationId xmlns:a16="http://schemas.microsoft.com/office/drawing/2014/main" id="{E8A02287-EA91-49AA-FE1B-0F9C01661D39}"/>
              </a:ext>
            </a:extLst>
          </p:cNvPr>
          <p:cNvSpPr txBox="1"/>
          <p:nvPr/>
        </p:nvSpPr>
        <p:spPr>
          <a:xfrm>
            <a:off x="8825796" y="652161"/>
            <a:ext cx="3226486"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t>Software</a:t>
            </a:r>
            <a:endParaRPr lang="en-US" dirty="0"/>
          </a:p>
          <a:p>
            <a:endParaRPr lang="en-GB" dirty="0"/>
          </a:p>
          <a:p>
            <a:r>
              <a:rPr lang="en-GB" dirty="0"/>
              <a:t>Operating system</a:t>
            </a:r>
          </a:p>
          <a:p>
            <a:r>
              <a:rPr lang="en-GB" dirty="0" err="1"/>
              <a:t>SensorAPIs</a:t>
            </a:r>
          </a:p>
          <a:p>
            <a:r>
              <a:rPr lang="en-GB" dirty="0"/>
              <a:t>Applications</a:t>
            </a:r>
          </a:p>
          <a:p>
            <a:r>
              <a:rPr lang="en-GB" dirty="0"/>
              <a:t>Data Preprocessing</a:t>
            </a:r>
          </a:p>
        </p:txBody>
      </p:sp>
    </p:spTree>
    <p:extLst>
      <p:ext uri="{BB962C8B-B14F-4D97-AF65-F5344CB8AC3E}">
        <p14:creationId xmlns:p14="http://schemas.microsoft.com/office/powerpoint/2010/main" val="23559749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26336478-6009-1A92-3B25-F6A1573FCD99}"/>
              </a:ext>
            </a:extLst>
          </p:cNvPr>
          <p:cNvSpPr>
            <a:spLocks noGrp="1"/>
          </p:cNvSpPr>
          <p:nvPr>
            <p:ph type="ftr" sz="quarter" idx="11"/>
          </p:nvPr>
        </p:nvSpPr>
        <p:spPr/>
        <p:txBody>
          <a:bodyPr/>
          <a:lstStyle/>
          <a:p>
            <a:r>
              <a:rPr lang="en-US" dirty="0"/>
              <a:t>
              </a:t>
            </a:r>
          </a:p>
        </p:txBody>
      </p:sp>
      <p:sp>
        <p:nvSpPr>
          <p:cNvPr id="5" name="Date Placeholder 4">
            <a:extLst>
              <a:ext uri="{FF2B5EF4-FFF2-40B4-BE49-F238E27FC236}">
                <a16:creationId xmlns:a16="http://schemas.microsoft.com/office/drawing/2014/main" id="{21624F74-1AE8-6757-F15C-6A1AB6BF2DAE}"/>
              </a:ext>
            </a:extLst>
          </p:cNvPr>
          <p:cNvSpPr>
            <a:spLocks noGrp="1"/>
          </p:cNvSpPr>
          <p:nvPr>
            <p:ph type="dt" sz="half" idx="10"/>
          </p:nvPr>
        </p:nvSpPr>
        <p:spPr/>
        <p:txBody>
          <a:bodyPr/>
          <a:lstStyle/>
          <a:p>
            <a:fld id="{DFAA3FF5-F66C-435F-8431-DAAF9F9FDD4C}" type="datetime1">
              <a:t>9/30/2026</a:t>
            </a:fld>
            <a:endParaRPr lang="en-US" dirty="0"/>
          </a:p>
        </p:txBody>
      </p:sp>
      <p:sp>
        <p:nvSpPr>
          <p:cNvPr id="6" name="Slide Number Placeholder 5">
            <a:extLst>
              <a:ext uri="{FF2B5EF4-FFF2-40B4-BE49-F238E27FC236}">
                <a16:creationId xmlns:a16="http://schemas.microsoft.com/office/drawing/2014/main" id="{0C49C35E-95A9-4C2C-3F02-2668E5FCFA40}"/>
              </a:ext>
            </a:extLst>
          </p:cNvPr>
          <p:cNvSpPr>
            <a:spLocks noGrp="1"/>
          </p:cNvSpPr>
          <p:nvPr>
            <p:ph type="sldNum" sz="quarter" idx="12"/>
          </p:nvPr>
        </p:nvSpPr>
        <p:spPr/>
        <p:txBody>
          <a:bodyPr/>
          <a:lstStyle/>
          <a:p>
            <a:fld id="{DDF60B60-82CA-4BB9-BA6E-A62FADF2374B}" type="slidenum">
              <a:rPr lang="en-US" dirty="0"/>
              <a:t>5</a:t>
            </a:fld>
            <a:endParaRPr lang="en-US" dirty="0"/>
          </a:p>
        </p:txBody>
      </p:sp>
      <p:sp>
        <p:nvSpPr>
          <p:cNvPr id="8" name="Subtitle 2">
            <a:extLst>
              <a:ext uri="{FF2B5EF4-FFF2-40B4-BE49-F238E27FC236}">
                <a16:creationId xmlns:a16="http://schemas.microsoft.com/office/drawing/2014/main" id="{29B6539C-DC8D-7506-95DD-D1E200F6D556}"/>
              </a:ext>
            </a:extLst>
          </p:cNvPr>
          <p:cNvSpPr>
            <a:spLocks noGrp="1"/>
          </p:cNvSpPr>
          <p:nvPr>
            <p:ph type="subTitle" idx="1"/>
          </p:nvPr>
        </p:nvSpPr>
        <p:spPr>
          <a:xfrm>
            <a:off x="508610" y="327623"/>
            <a:ext cx="10916954" cy="1184035"/>
          </a:xfrm>
        </p:spPr>
        <p:txBody>
          <a:bodyPr>
            <a:normAutofit/>
          </a:bodyPr>
          <a:lstStyle/>
          <a:p>
            <a:r>
              <a:rPr lang="en-GB" sz="2800" b="1" dirty="0"/>
              <a:t>Why is it a cyber-physical system?</a:t>
            </a:r>
          </a:p>
        </p:txBody>
      </p:sp>
      <p:sp>
        <p:nvSpPr>
          <p:cNvPr id="10" name="Rectangle: Rounded Corners 9">
            <a:extLst>
              <a:ext uri="{FF2B5EF4-FFF2-40B4-BE49-F238E27FC236}">
                <a16:creationId xmlns:a16="http://schemas.microsoft.com/office/drawing/2014/main" id="{3DB57D0F-D291-5754-DEA3-AC2A63BFF159}"/>
              </a:ext>
            </a:extLst>
          </p:cNvPr>
          <p:cNvSpPr/>
          <p:nvPr/>
        </p:nvSpPr>
        <p:spPr>
          <a:xfrm>
            <a:off x="938727" y="2009998"/>
            <a:ext cx="1400989" cy="1637676"/>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1300" b="1" dirty="0"/>
          </a:p>
          <a:p>
            <a:pPr algn="ctr"/>
            <a:endParaRPr lang="en-US" sz="1300" b="1" dirty="0"/>
          </a:p>
          <a:p>
            <a:pPr algn="ctr"/>
            <a:r>
              <a:rPr lang="en-US" sz="1300" b="1" dirty="0"/>
              <a:t>Human Movement </a:t>
            </a:r>
          </a:p>
          <a:p>
            <a:pPr algn="ctr"/>
            <a:r>
              <a:rPr lang="en-US" sz="1300" b="1" dirty="0"/>
              <a:t>Physiology</a:t>
            </a:r>
          </a:p>
          <a:p>
            <a:pPr algn="ctr"/>
            <a:r>
              <a:rPr lang="en-US" sz="1300" b="1" dirty="0"/>
              <a:t>Environment</a:t>
            </a:r>
          </a:p>
        </p:txBody>
      </p:sp>
      <p:sp>
        <p:nvSpPr>
          <p:cNvPr id="17" name="Rectangle: Rounded Corners 16">
            <a:extLst>
              <a:ext uri="{FF2B5EF4-FFF2-40B4-BE49-F238E27FC236}">
                <a16:creationId xmlns:a16="http://schemas.microsoft.com/office/drawing/2014/main" id="{78925AA4-6104-22A1-2257-9C83973F93F9}"/>
              </a:ext>
            </a:extLst>
          </p:cNvPr>
          <p:cNvSpPr/>
          <p:nvPr/>
        </p:nvSpPr>
        <p:spPr>
          <a:xfrm>
            <a:off x="1032416" y="2084948"/>
            <a:ext cx="1182383" cy="40098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b="1" dirty="0"/>
              <a:t>Physical World</a:t>
            </a:r>
          </a:p>
        </p:txBody>
      </p:sp>
      <p:sp>
        <p:nvSpPr>
          <p:cNvPr id="19" name="Rectangle: Rounded Corners 18">
            <a:extLst>
              <a:ext uri="{FF2B5EF4-FFF2-40B4-BE49-F238E27FC236}">
                <a16:creationId xmlns:a16="http://schemas.microsoft.com/office/drawing/2014/main" id="{B9DF497A-A745-7543-6FE0-C443B32EB65C}"/>
              </a:ext>
            </a:extLst>
          </p:cNvPr>
          <p:cNvSpPr/>
          <p:nvPr/>
        </p:nvSpPr>
        <p:spPr>
          <a:xfrm>
            <a:off x="5269041" y="2003328"/>
            <a:ext cx="1400989" cy="1637676"/>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1300" b="1" dirty="0"/>
          </a:p>
          <a:p>
            <a:pPr algn="ctr"/>
            <a:r>
              <a:rPr lang="en-US" sz="1300" b="1" dirty="0"/>
              <a:t>Processor</a:t>
            </a:r>
          </a:p>
          <a:p>
            <a:pPr algn="ctr"/>
            <a:r>
              <a:rPr lang="en-US" sz="1300" b="1" dirty="0"/>
              <a:t>Signal Processing</a:t>
            </a:r>
          </a:p>
        </p:txBody>
      </p:sp>
      <p:sp>
        <p:nvSpPr>
          <p:cNvPr id="20" name="Rectangle: Rounded Corners 19">
            <a:extLst>
              <a:ext uri="{FF2B5EF4-FFF2-40B4-BE49-F238E27FC236}">
                <a16:creationId xmlns:a16="http://schemas.microsoft.com/office/drawing/2014/main" id="{2A4BCD53-D3CC-AA99-0494-5FEEB8FAAD60}"/>
              </a:ext>
            </a:extLst>
          </p:cNvPr>
          <p:cNvSpPr/>
          <p:nvPr/>
        </p:nvSpPr>
        <p:spPr>
          <a:xfrm>
            <a:off x="5362730" y="2078278"/>
            <a:ext cx="1182383" cy="40098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b="1" dirty="0"/>
              <a:t>Computation</a:t>
            </a:r>
            <a:endParaRPr lang="en-US" dirty="0"/>
          </a:p>
        </p:txBody>
      </p:sp>
      <p:sp>
        <p:nvSpPr>
          <p:cNvPr id="2" name="Rectangle: Rounded Corners 1">
            <a:extLst>
              <a:ext uri="{FF2B5EF4-FFF2-40B4-BE49-F238E27FC236}">
                <a16:creationId xmlns:a16="http://schemas.microsoft.com/office/drawing/2014/main" id="{AD8A8000-A085-922F-7ABE-9F72830B4E59}"/>
              </a:ext>
            </a:extLst>
          </p:cNvPr>
          <p:cNvSpPr/>
          <p:nvPr/>
        </p:nvSpPr>
        <p:spPr>
          <a:xfrm>
            <a:off x="3082658" y="2003540"/>
            <a:ext cx="1400989" cy="1637676"/>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1400" b="1" dirty="0"/>
          </a:p>
          <a:p>
            <a:pPr algn="ctr"/>
            <a:endParaRPr lang="en-US" sz="1400" b="1" dirty="0"/>
          </a:p>
          <a:p>
            <a:pPr algn="ctr"/>
            <a:r>
              <a:rPr lang="en-US" sz="1300" b="1" dirty="0"/>
              <a:t>Accelerometer</a:t>
            </a:r>
          </a:p>
          <a:p>
            <a:pPr algn="ctr"/>
            <a:r>
              <a:rPr lang="en-US" sz="1300" b="1" dirty="0"/>
              <a:t>Gyroscope</a:t>
            </a:r>
          </a:p>
          <a:p>
            <a:pPr algn="ctr"/>
            <a:r>
              <a:rPr lang="en-US" sz="1300" b="1" dirty="0"/>
              <a:t>Heartrate</a:t>
            </a:r>
          </a:p>
        </p:txBody>
      </p:sp>
      <p:sp>
        <p:nvSpPr>
          <p:cNvPr id="3" name="Rectangle: Rounded Corners 2">
            <a:extLst>
              <a:ext uri="{FF2B5EF4-FFF2-40B4-BE49-F238E27FC236}">
                <a16:creationId xmlns:a16="http://schemas.microsoft.com/office/drawing/2014/main" id="{17C3D464-B781-C4A5-4DE1-4517EE65739A}"/>
              </a:ext>
            </a:extLst>
          </p:cNvPr>
          <p:cNvSpPr/>
          <p:nvPr/>
        </p:nvSpPr>
        <p:spPr>
          <a:xfrm>
            <a:off x="3176347" y="2078490"/>
            <a:ext cx="1182383" cy="40098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b="1" dirty="0"/>
              <a:t>Sensing</a:t>
            </a:r>
            <a:endParaRPr lang="en-US" dirty="0"/>
          </a:p>
        </p:txBody>
      </p:sp>
      <p:sp>
        <p:nvSpPr>
          <p:cNvPr id="7" name="Rectangle: Rounded Corners 6">
            <a:extLst>
              <a:ext uri="{FF2B5EF4-FFF2-40B4-BE49-F238E27FC236}">
                <a16:creationId xmlns:a16="http://schemas.microsoft.com/office/drawing/2014/main" id="{2DC8C563-7E1E-FF0E-7F5F-CDFD5E8B8F96}"/>
              </a:ext>
            </a:extLst>
          </p:cNvPr>
          <p:cNvSpPr/>
          <p:nvPr/>
        </p:nvSpPr>
        <p:spPr>
          <a:xfrm>
            <a:off x="7387142" y="2022701"/>
            <a:ext cx="1400989" cy="1637676"/>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1300" b="1" dirty="0"/>
          </a:p>
          <a:p>
            <a:pPr algn="ctr"/>
            <a:r>
              <a:rPr lang="en-US" sz="1300" b="1" dirty="0"/>
              <a:t>Steps </a:t>
            </a:r>
            <a:endParaRPr lang="en-US" dirty="0"/>
          </a:p>
          <a:p>
            <a:pPr algn="ctr"/>
            <a:r>
              <a:rPr lang="en-US" sz="1300" b="1" dirty="0"/>
              <a:t>Activity</a:t>
            </a:r>
          </a:p>
          <a:p>
            <a:pPr algn="ctr"/>
            <a:r>
              <a:rPr lang="en-US" sz="1300" b="1" dirty="0"/>
              <a:t>Heart state</a:t>
            </a:r>
          </a:p>
        </p:txBody>
      </p:sp>
      <p:sp>
        <p:nvSpPr>
          <p:cNvPr id="9" name="Rectangle: Rounded Corners 8">
            <a:extLst>
              <a:ext uri="{FF2B5EF4-FFF2-40B4-BE49-F238E27FC236}">
                <a16:creationId xmlns:a16="http://schemas.microsoft.com/office/drawing/2014/main" id="{2EA484F9-7F57-5F68-8932-568EC2119FC6}"/>
              </a:ext>
            </a:extLst>
          </p:cNvPr>
          <p:cNvSpPr/>
          <p:nvPr/>
        </p:nvSpPr>
        <p:spPr>
          <a:xfrm>
            <a:off x="7480831" y="2097651"/>
            <a:ext cx="1182383" cy="40098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b="1" dirty="0"/>
              <a:t>Inference</a:t>
            </a:r>
            <a:endParaRPr lang="en-US" dirty="0"/>
          </a:p>
        </p:txBody>
      </p:sp>
      <p:sp>
        <p:nvSpPr>
          <p:cNvPr id="11" name="Rectangle: Rounded Corners 10">
            <a:extLst>
              <a:ext uri="{FF2B5EF4-FFF2-40B4-BE49-F238E27FC236}">
                <a16:creationId xmlns:a16="http://schemas.microsoft.com/office/drawing/2014/main" id="{CD69EEBA-A8DC-EE5B-4546-D41061EEBE4F}"/>
              </a:ext>
            </a:extLst>
          </p:cNvPr>
          <p:cNvSpPr/>
          <p:nvPr/>
        </p:nvSpPr>
        <p:spPr>
          <a:xfrm>
            <a:off x="9634396" y="2009785"/>
            <a:ext cx="1400989" cy="1637676"/>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1300" b="1" dirty="0"/>
          </a:p>
          <a:p>
            <a:pPr algn="ctr"/>
            <a:endParaRPr lang="en-US" sz="1300" b="1" dirty="0"/>
          </a:p>
          <a:p>
            <a:pPr algn="ctr"/>
            <a:r>
              <a:rPr lang="en-US" sz="1300" b="1" dirty="0"/>
              <a:t>Display</a:t>
            </a:r>
            <a:endParaRPr lang="en-US" dirty="0"/>
          </a:p>
          <a:p>
            <a:pPr algn="ctr"/>
            <a:r>
              <a:rPr lang="en-US" sz="1300" b="1" dirty="0"/>
              <a:t>Vibration</a:t>
            </a:r>
          </a:p>
          <a:p>
            <a:pPr algn="ctr"/>
            <a:r>
              <a:rPr lang="en-US" sz="1300" b="1" dirty="0" err="1"/>
              <a:t>Communicatio</a:t>
            </a:r>
            <a:r>
              <a:rPr lang="en-US" sz="1300" b="1" dirty="0"/>
              <a:t>-n</a:t>
            </a:r>
          </a:p>
        </p:txBody>
      </p:sp>
      <p:sp>
        <p:nvSpPr>
          <p:cNvPr id="12" name="Rectangle: Rounded Corners 11">
            <a:extLst>
              <a:ext uri="{FF2B5EF4-FFF2-40B4-BE49-F238E27FC236}">
                <a16:creationId xmlns:a16="http://schemas.microsoft.com/office/drawing/2014/main" id="{8EA587AD-F262-06E6-4291-B7C9008883D7}"/>
              </a:ext>
            </a:extLst>
          </p:cNvPr>
          <p:cNvSpPr/>
          <p:nvPr/>
        </p:nvSpPr>
        <p:spPr>
          <a:xfrm>
            <a:off x="9728085" y="2084735"/>
            <a:ext cx="1182383" cy="40098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b="1" dirty="0"/>
              <a:t>Feedback</a:t>
            </a:r>
            <a:endParaRPr lang="en-US" dirty="0"/>
          </a:p>
        </p:txBody>
      </p:sp>
      <p:sp>
        <p:nvSpPr>
          <p:cNvPr id="14" name="Subtitle 2">
            <a:extLst>
              <a:ext uri="{FF2B5EF4-FFF2-40B4-BE49-F238E27FC236}">
                <a16:creationId xmlns:a16="http://schemas.microsoft.com/office/drawing/2014/main" id="{4B6D55DE-5858-6264-A141-95EBA9A9F12D}"/>
              </a:ext>
            </a:extLst>
          </p:cNvPr>
          <p:cNvSpPr txBox="1">
            <a:spLocks/>
          </p:cNvSpPr>
          <p:nvPr/>
        </p:nvSpPr>
        <p:spPr>
          <a:xfrm>
            <a:off x="455083" y="5161803"/>
            <a:ext cx="11186262" cy="1184035"/>
          </a:xfrm>
          <a:prstGeom prst="rect">
            <a:avLst/>
          </a:prstGeom>
        </p:spPr>
        <p:txBody>
          <a:bodyPr vert="horz" lIns="91440" tIns="45720" rIns="91440" bIns="45720" rtlCol="0" anchor="ctr">
            <a:normAutofit/>
          </a:bodyPr>
          <a:lstStyle>
            <a:lvl1pPr marL="0" indent="0" algn="ctr" defTabSz="914400" rtl="0" eaLnBrk="1" latinLnBrk="0" hangingPunct="1">
              <a:lnSpc>
                <a:spcPct val="120000"/>
              </a:lnSpc>
              <a:spcBef>
                <a:spcPts val="1000"/>
              </a:spcBef>
              <a:buFont typeface="Arial" panose="020B0604020202020204" pitchFamily="34" charset="0"/>
              <a:buNone/>
              <a:defRPr sz="1800" kern="1200">
                <a:solidFill>
                  <a:schemeClr val="tx2"/>
                </a:solidFill>
                <a:latin typeface="+mn-lt"/>
                <a:ea typeface="+mn-ea"/>
                <a:cs typeface="+mn-cs"/>
              </a:defRPr>
            </a:lvl1pPr>
            <a:lvl2pPr marL="457200" indent="0" algn="ctr" defTabSz="914400" rtl="0" eaLnBrk="1" latinLnBrk="0" hangingPunct="1">
              <a:lnSpc>
                <a:spcPct val="120000"/>
              </a:lnSpc>
              <a:spcBef>
                <a:spcPts val="500"/>
              </a:spcBef>
              <a:buFont typeface="Arial" panose="020B0604020202020204" pitchFamily="34" charset="0"/>
              <a:buNone/>
              <a:defRPr sz="1800" kern="1200">
                <a:solidFill>
                  <a:schemeClr val="tx2"/>
                </a:solidFill>
                <a:latin typeface="+mn-lt"/>
                <a:ea typeface="+mn-ea"/>
                <a:cs typeface="+mn-cs"/>
              </a:defRPr>
            </a:lvl2pPr>
            <a:lvl3pPr marL="914400" indent="0" algn="ctr" defTabSz="914400" rtl="0" eaLnBrk="1" latinLnBrk="0" hangingPunct="1">
              <a:lnSpc>
                <a:spcPct val="120000"/>
              </a:lnSpc>
              <a:spcBef>
                <a:spcPts val="500"/>
              </a:spcBef>
              <a:buFont typeface="Arial" panose="020B0604020202020204" pitchFamily="34" charset="0"/>
              <a:buNone/>
              <a:defRPr sz="1800" kern="1200">
                <a:solidFill>
                  <a:schemeClr val="tx2"/>
                </a:solidFill>
                <a:latin typeface="+mn-lt"/>
                <a:ea typeface="+mn-ea"/>
                <a:cs typeface="+mn-cs"/>
              </a:defRPr>
            </a:lvl3pPr>
            <a:lvl4pPr marL="1371600" indent="0" algn="ctr" defTabSz="914400" rtl="0" eaLnBrk="1" latinLnBrk="0" hangingPunct="1">
              <a:lnSpc>
                <a:spcPct val="120000"/>
              </a:lnSpc>
              <a:spcBef>
                <a:spcPts val="500"/>
              </a:spcBef>
              <a:buFont typeface="Arial" panose="020B0604020202020204" pitchFamily="34" charset="0"/>
              <a:buNone/>
              <a:defRPr sz="1600" kern="1200">
                <a:solidFill>
                  <a:schemeClr val="tx2"/>
                </a:solidFill>
                <a:latin typeface="+mn-lt"/>
                <a:ea typeface="+mn-ea"/>
                <a:cs typeface="+mn-cs"/>
              </a:defRPr>
            </a:lvl4pPr>
            <a:lvl5pPr marL="1828800" indent="0" algn="ctr" defTabSz="914400" rtl="0" eaLnBrk="1" latinLnBrk="0" hangingPunct="1">
              <a:lnSpc>
                <a:spcPct val="120000"/>
              </a:lnSpc>
              <a:spcBef>
                <a:spcPts val="500"/>
              </a:spcBef>
              <a:buFont typeface="Arial" panose="020B0604020202020204" pitchFamily="34" charset="0"/>
              <a:buNone/>
              <a:defRPr sz="1600" kern="1200">
                <a:solidFill>
                  <a:schemeClr val="tx2"/>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b="1" dirty="0"/>
              <a:t>A cyber-physical system integrates computation with processes occurring in the physical world</a:t>
            </a:r>
            <a:endParaRPr lang="en-US" dirty="0"/>
          </a:p>
        </p:txBody>
      </p:sp>
      <p:sp>
        <p:nvSpPr>
          <p:cNvPr id="15" name="Arrow: Right 14">
            <a:extLst>
              <a:ext uri="{FF2B5EF4-FFF2-40B4-BE49-F238E27FC236}">
                <a16:creationId xmlns:a16="http://schemas.microsoft.com/office/drawing/2014/main" id="{F0AFED2A-6BA4-5B1C-5707-89629FEF86D1}"/>
              </a:ext>
            </a:extLst>
          </p:cNvPr>
          <p:cNvSpPr/>
          <p:nvPr/>
        </p:nvSpPr>
        <p:spPr>
          <a:xfrm>
            <a:off x="2430533" y="2827619"/>
            <a:ext cx="581890" cy="11776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Arrow: Right 15">
            <a:extLst>
              <a:ext uri="{FF2B5EF4-FFF2-40B4-BE49-F238E27FC236}">
                <a16:creationId xmlns:a16="http://schemas.microsoft.com/office/drawing/2014/main" id="{D45D0665-5B25-461B-EA85-781C97A6445F}"/>
              </a:ext>
            </a:extLst>
          </p:cNvPr>
          <p:cNvSpPr/>
          <p:nvPr/>
        </p:nvSpPr>
        <p:spPr>
          <a:xfrm>
            <a:off x="4574464" y="2782416"/>
            <a:ext cx="581890" cy="11776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Arrow: Right 17">
            <a:extLst>
              <a:ext uri="{FF2B5EF4-FFF2-40B4-BE49-F238E27FC236}">
                <a16:creationId xmlns:a16="http://schemas.microsoft.com/office/drawing/2014/main" id="{F116503E-7308-5AB2-BB20-3B0D397F3E87}"/>
              </a:ext>
            </a:extLst>
          </p:cNvPr>
          <p:cNvSpPr/>
          <p:nvPr/>
        </p:nvSpPr>
        <p:spPr>
          <a:xfrm>
            <a:off x="6731311" y="2782415"/>
            <a:ext cx="581890" cy="11776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Arrow: Right 20">
            <a:extLst>
              <a:ext uri="{FF2B5EF4-FFF2-40B4-BE49-F238E27FC236}">
                <a16:creationId xmlns:a16="http://schemas.microsoft.com/office/drawing/2014/main" id="{B5948D76-4389-B0B5-1E20-65252B861913}"/>
              </a:ext>
            </a:extLst>
          </p:cNvPr>
          <p:cNvSpPr/>
          <p:nvPr/>
        </p:nvSpPr>
        <p:spPr>
          <a:xfrm>
            <a:off x="8952735" y="2724297"/>
            <a:ext cx="581890" cy="11776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87306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ACF4D5-5070-6CE7-B832-17D37B9C4B3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64485A5-6289-F69B-3F0D-5B163FF7C864}"/>
              </a:ext>
            </a:extLst>
          </p:cNvPr>
          <p:cNvSpPr>
            <a:spLocks noGrp="1"/>
          </p:cNvSpPr>
          <p:nvPr>
            <p:ph sz="quarter" idx="13"/>
          </p:nvPr>
        </p:nvSpPr>
        <p:spPr>
          <a:xfrm>
            <a:off x="455530" y="2249592"/>
            <a:ext cx="6622735" cy="3787062"/>
          </a:xfrm>
        </p:spPr>
        <p:txBody>
          <a:bodyPr vert="horz" lIns="91440" tIns="45720" rIns="91440" bIns="45720" rtlCol="0" anchor="t">
            <a:normAutofit/>
          </a:bodyPr>
          <a:lstStyle/>
          <a:p>
            <a:r>
              <a:rPr lang="en-US"/>
              <a:t>We will use ASUS Zenwatch2 for this class</a:t>
            </a:r>
          </a:p>
          <a:p>
            <a:r>
              <a:rPr lang="en-US"/>
              <a:t>Projects: Collect data using sensor collection app – wada</a:t>
            </a:r>
          </a:p>
          <a:p>
            <a:r>
              <a:rPr lang="en-US"/>
              <a:t>Configure the settings</a:t>
            </a:r>
          </a:p>
          <a:p>
            <a:r>
              <a:rPr lang="en-US"/>
              <a:t>Collect the data</a:t>
            </a:r>
          </a:p>
          <a:p>
            <a:r>
              <a:rPr lang="en-US"/>
              <a:t>Export the data to the computer and continue the analysis</a:t>
            </a:r>
          </a:p>
          <a:p>
            <a:pPr>
              <a:buAutoNum type="arabicPeriod"/>
            </a:pPr>
            <a:endParaRPr lang="en-US"/>
          </a:p>
          <a:p>
            <a:pPr>
              <a:buFont typeface="Walbaum Display"/>
              <a:buAutoNum type="arabicPeriod"/>
            </a:pPr>
            <a:endParaRPr lang="en-US"/>
          </a:p>
        </p:txBody>
      </p:sp>
      <p:sp>
        <p:nvSpPr>
          <p:cNvPr id="4" name="Footer Placeholder 3">
            <a:extLst>
              <a:ext uri="{FF2B5EF4-FFF2-40B4-BE49-F238E27FC236}">
                <a16:creationId xmlns:a16="http://schemas.microsoft.com/office/drawing/2014/main" id="{6D261175-6E82-BB1D-4E07-4DC9DC7225AA}"/>
              </a:ext>
            </a:extLst>
          </p:cNvPr>
          <p:cNvSpPr>
            <a:spLocks noGrp="1"/>
          </p:cNvSpPr>
          <p:nvPr>
            <p:ph type="ftr" sz="quarter" idx="11"/>
          </p:nvPr>
        </p:nvSpPr>
        <p:spPr/>
        <p:txBody>
          <a:bodyPr/>
          <a:lstStyle/>
          <a:p>
            <a:r>
              <a:rPr lang="en-US" dirty="0"/>
              <a:t>
              </a:t>
            </a:r>
          </a:p>
        </p:txBody>
      </p:sp>
      <p:sp>
        <p:nvSpPr>
          <p:cNvPr id="5" name="Date Placeholder 4">
            <a:extLst>
              <a:ext uri="{FF2B5EF4-FFF2-40B4-BE49-F238E27FC236}">
                <a16:creationId xmlns:a16="http://schemas.microsoft.com/office/drawing/2014/main" id="{25E849F7-3844-4236-DE67-4F1E7B4D667E}"/>
              </a:ext>
            </a:extLst>
          </p:cNvPr>
          <p:cNvSpPr>
            <a:spLocks noGrp="1"/>
          </p:cNvSpPr>
          <p:nvPr>
            <p:ph type="dt" sz="half" idx="10"/>
          </p:nvPr>
        </p:nvSpPr>
        <p:spPr/>
        <p:txBody>
          <a:bodyPr/>
          <a:lstStyle/>
          <a:p>
            <a:fld id="{51E598BD-EECC-493D-BF73-BEFAD88F84A5}" type="datetime1">
              <a:t>9/30/2026</a:t>
            </a:fld>
            <a:endParaRPr lang="en-US" dirty="0"/>
          </a:p>
        </p:txBody>
      </p:sp>
      <p:sp>
        <p:nvSpPr>
          <p:cNvPr id="6" name="Slide Number Placeholder 5">
            <a:extLst>
              <a:ext uri="{FF2B5EF4-FFF2-40B4-BE49-F238E27FC236}">
                <a16:creationId xmlns:a16="http://schemas.microsoft.com/office/drawing/2014/main" id="{EAB36ED8-6299-A0F0-4645-13990FBD28CD}"/>
              </a:ext>
            </a:extLst>
          </p:cNvPr>
          <p:cNvSpPr>
            <a:spLocks noGrp="1"/>
          </p:cNvSpPr>
          <p:nvPr>
            <p:ph type="sldNum" sz="quarter" idx="12"/>
          </p:nvPr>
        </p:nvSpPr>
        <p:spPr/>
        <p:txBody>
          <a:bodyPr/>
          <a:lstStyle/>
          <a:p>
            <a:fld id="{DDF60B60-82CA-4BB9-BA6E-A62FADF2374B}" type="slidenum">
              <a:rPr lang="en-US" dirty="0"/>
              <a:t>6</a:t>
            </a:fld>
            <a:endParaRPr lang="en-US" dirty="0"/>
          </a:p>
        </p:txBody>
      </p:sp>
      <p:sp>
        <p:nvSpPr>
          <p:cNvPr id="8" name="Title 3">
            <a:extLst>
              <a:ext uri="{FF2B5EF4-FFF2-40B4-BE49-F238E27FC236}">
                <a16:creationId xmlns:a16="http://schemas.microsoft.com/office/drawing/2014/main" id="{9287F915-6306-FE19-A5DE-4E7983B37656}"/>
              </a:ext>
            </a:extLst>
          </p:cNvPr>
          <p:cNvSpPr>
            <a:spLocks noGrp="1"/>
          </p:cNvSpPr>
          <p:nvPr>
            <p:ph type="title"/>
          </p:nvPr>
        </p:nvSpPr>
        <p:spPr>
          <a:xfrm>
            <a:off x="457201" y="318582"/>
            <a:ext cx="11122507" cy="1162632"/>
          </a:xfrm>
        </p:spPr>
        <p:txBody>
          <a:bodyPr/>
          <a:lstStyle/>
          <a:p>
            <a:r>
              <a:rPr lang="en-US" sz="4400" dirty="0">
                <a:solidFill>
                  <a:srgbClr val="131313"/>
                </a:solidFill>
              </a:rPr>
              <a:t>ASUS Zenwatch2</a:t>
            </a:r>
            <a:endParaRPr lang="en-US" dirty="0"/>
          </a:p>
        </p:txBody>
      </p:sp>
      <p:pic>
        <p:nvPicPr>
          <p:cNvPr id="2" name="Picture 1" descr="A smart watch with a brown leather band&#10;&#10;AI-generated content may be incorrect.">
            <a:extLst>
              <a:ext uri="{FF2B5EF4-FFF2-40B4-BE49-F238E27FC236}">
                <a16:creationId xmlns:a16="http://schemas.microsoft.com/office/drawing/2014/main" id="{18F1E741-1E7D-B9F0-39C8-45BA7EBF8EED}"/>
              </a:ext>
            </a:extLst>
          </p:cNvPr>
          <p:cNvPicPr>
            <a:picLocks noChangeAspect="1"/>
          </p:cNvPicPr>
          <p:nvPr/>
        </p:nvPicPr>
        <p:blipFill>
          <a:blip r:embed="rId2"/>
          <a:stretch>
            <a:fillRect/>
          </a:stretch>
        </p:blipFill>
        <p:spPr>
          <a:xfrm>
            <a:off x="7371291" y="1824390"/>
            <a:ext cx="4631973" cy="4267553"/>
          </a:xfrm>
          <a:prstGeom prst="rect">
            <a:avLst/>
          </a:prstGeom>
        </p:spPr>
      </p:pic>
    </p:spTree>
    <p:extLst>
      <p:ext uri="{BB962C8B-B14F-4D97-AF65-F5344CB8AC3E}">
        <p14:creationId xmlns:p14="http://schemas.microsoft.com/office/powerpoint/2010/main" val="13963053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9C48F-7687-46BD-4B48-0D4F3361E2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3376F7-3099-5799-3A64-B1857D9431C0}"/>
              </a:ext>
            </a:extLst>
          </p:cNvPr>
          <p:cNvSpPr>
            <a:spLocks noGrp="1"/>
          </p:cNvSpPr>
          <p:nvPr>
            <p:ph type="title"/>
          </p:nvPr>
        </p:nvSpPr>
        <p:spPr/>
        <p:txBody>
          <a:bodyPr/>
          <a:lstStyle/>
          <a:p>
            <a:r>
              <a:rPr lang="en-US" dirty="0" err="1"/>
              <a:t>wada</a:t>
            </a:r>
          </a:p>
        </p:txBody>
      </p:sp>
      <p:sp>
        <p:nvSpPr>
          <p:cNvPr id="3" name="Subtitle 2">
            <a:extLst>
              <a:ext uri="{FF2B5EF4-FFF2-40B4-BE49-F238E27FC236}">
                <a16:creationId xmlns:a16="http://schemas.microsoft.com/office/drawing/2014/main" id="{726F3E66-4B17-2E22-AD18-2401EBDA6720}"/>
              </a:ext>
            </a:extLst>
          </p:cNvPr>
          <p:cNvSpPr>
            <a:spLocks noGrp="1"/>
          </p:cNvSpPr>
          <p:nvPr>
            <p:ph type="body" idx="1"/>
          </p:nvPr>
        </p:nvSpPr>
        <p:spPr/>
        <p:txBody>
          <a:bodyPr/>
          <a:lstStyle/>
          <a:p>
            <a:r>
              <a:rPr lang="en-US" dirty="0"/>
              <a:t>Talk about the watch and get the WADA slides here</a:t>
            </a:r>
          </a:p>
        </p:txBody>
      </p:sp>
    </p:spTree>
    <p:extLst>
      <p:ext uri="{BB962C8B-B14F-4D97-AF65-F5344CB8AC3E}">
        <p14:creationId xmlns:p14="http://schemas.microsoft.com/office/powerpoint/2010/main" val="30900278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BAC563E2-052E-CC60-000C-EBCCF1B031E7}"/>
              </a:ext>
            </a:extLst>
          </p:cNvPr>
          <p:cNvSpPr>
            <a:spLocks noGrp="1"/>
          </p:cNvSpPr>
          <p:nvPr>
            <p:ph type="pic" sz="quarter" idx="14"/>
          </p:nvPr>
        </p:nvSpPr>
        <p:spPr/>
      </p:sp>
      <p:sp>
        <p:nvSpPr>
          <p:cNvPr id="15" name="Content Placeholder 14">
            <a:extLst>
              <a:ext uri="{FF2B5EF4-FFF2-40B4-BE49-F238E27FC236}">
                <a16:creationId xmlns:a16="http://schemas.microsoft.com/office/drawing/2014/main" id="{B71DBD47-B392-387F-9CF2-EED7026C1AC2}"/>
              </a:ext>
            </a:extLst>
          </p:cNvPr>
          <p:cNvSpPr>
            <a:spLocks noGrp="1"/>
          </p:cNvSpPr>
          <p:nvPr>
            <p:ph sz="quarter" idx="13"/>
          </p:nvPr>
        </p:nvSpPr>
        <p:spPr/>
        <p:txBody>
          <a:bodyPr vert="horz" lIns="91440" tIns="45720" rIns="91440" bIns="45720" rtlCol="0" anchor="t">
            <a:normAutofit/>
          </a:bodyPr>
          <a:lstStyle/>
          <a:p>
            <a:r>
              <a:rPr lang="en-GB">
                <a:ea typeface="+mn-lt"/>
                <a:cs typeface="+mn-lt"/>
              </a:rPr>
              <a:t>Android wear OS app</a:t>
            </a:r>
          </a:p>
          <a:p>
            <a:r>
              <a:rPr lang="en-GB">
                <a:ea typeface="+mn-lt"/>
                <a:cs typeface="+mn-lt"/>
              </a:rPr>
              <a:t>Collects sensor data</a:t>
            </a:r>
            <a:endParaRPr lang="en-GB"/>
          </a:p>
          <a:p>
            <a:r>
              <a:rPr lang="en-GB">
                <a:ea typeface="+mn-lt"/>
                <a:cs typeface="+mn-lt"/>
              </a:rPr>
              <a:t>Lets export the data using android tools</a:t>
            </a:r>
          </a:p>
          <a:p>
            <a:r>
              <a:rPr lang="en-GB">
                <a:ea typeface="+mn-lt"/>
                <a:cs typeface="+mn-lt"/>
              </a:rPr>
              <a:t>Link to android tools:  </a:t>
            </a:r>
          </a:p>
          <a:p>
            <a:r>
              <a:rPr lang="en-GB">
                <a:ea typeface="+mn-lt"/>
                <a:cs typeface="+mn-lt"/>
                <a:hlinkClick r:id="rId3"/>
              </a:rPr>
              <a:t>https://developer.android.com/tools/releases/platform-tools</a:t>
            </a:r>
            <a:endParaRPr lang="en-GB">
              <a:ea typeface="+mn-lt"/>
              <a:cs typeface="+mn-lt"/>
            </a:endParaRPr>
          </a:p>
          <a:p>
            <a:endParaRPr lang="en-GB"/>
          </a:p>
          <a:p>
            <a:endParaRPr lang="en-GB"/>
          </a:p>
        </p:txBody>
      </p:sp>
      <p:sp>
        <p:nvSpPr>
          <p:cNvPr id="4" name="Footer Placeholder 3">
            <a:extLst>
              <a:ext uri="{FF2B5EF4-FFF2-40B4-BE49-F238E27FC236}">
                <a16:creationId xmlns:a16="http://schemas.microsoft.com/office/drawing/2014/main" id="{4C2D6711-7E97-6369-3186-192FB364C309}"/>
              </a:ext>
            </a:extLst>
          </p:cNvPr>
          <p:cNvSpPr>
            <a:spLocks noGrp="1"/>
          </p:cNvSpPr>
          <p:nvPr>
            <p:ph type="ftr" sz="quarter" idx="11"/>
          </p:nvPr>
        </p:nvSpPr>
        <p:spPr/>
        <p:txBody>
          <a:bodyPr vert="horz" lIns="91440" tIns="45720" rIns="91440" bIns="45720" rtlCol="0" anchor="ctr">
            <a:normAutofit/>
          </a:bodyPr>
          <a:lstStyle/>
          <a:p>
            <a:pPr>
              <a:lnSpc>
                <a:spcPct val="90000"/>
              </a:lnSpc>
              <a:spcAft>
                <a:spcPts val="600"/>
              </a:spcAft>
            </a:pPr>
            <a:r>
              <a:rPr lang="en-US" sz="700" kern="1200">
                <a:latin typeface="+mn-lt"/>
                <a:ea typeface="+mn-ea"/>
                <a:cs typeface="+mn-cs"/>
              </a:rPr>
              <a:t>
              </a:t>
            </a:r>
          </a:p>
        </p:txBody>
      </p:sp>
      <p:sp>
        <p:nvSpPr>
          <p:cNvPr id="5" name="Date Placeholder 4">
            <a:extLst>
              <a:ext uri="{FF2B5EF4-FFF2-40B4-BE49-F238E27FC236}">
                <a16:creationId xmlns:a16="http://schemas.microsoft.com/office/drawing/2014/main" id="{14BA5E40-0C7D-2DBB-B16D-4D8BC5FC1AD6}"/>
              </a:ext>
            </a:extLst>
          </p:cNvPr>
          <p:cNvSpPr>
            <a:spLocks noGrp="1"/>
          </p:cNvSpPr>
          <p:nvPr>
            <p:ph type="dt" sz="half" idx="10"/>
          </p:nvPr>
        </p:nvSpPr>
        <p:spPr/>
        <p:txBody>
          <a:bodyPr vert="horz" lIns="91440" tIns="45720" rIns="91440" bIns="45720" rtlCol="0" anchor="ctr">
            <a:normAutofit/>
          </a:bodyPr>
          <a:lstStyle/>
          <a:p>
            <a:pPr>
              <a:spcAft>
                <a:spcPts val="600"/>
              </a:spcAft>
            </a:pPr>
            <a:fld id="{F6389317-F7F9-43FB-928C-A692135EAAD8}" type="datetime1">
              <a:pPr>
                <a:spcAft>
                  <a:spcPts val="600"/>
                </a:spcAft>
              </a:pPr>
              <a:t>9/30/2026</a:t>
            </a:fld>
            <a:endParaRPr lang="en-US"/>
          </a:p>
        </p:txBody>
      </p:sp>
      <p:sp>
        <p:nvSpPr>
          <p:cNvPr id="6" name="Slide Number Placeholder 5">
            <a:extLst>
              <a:ext uri="{FF2B5EF4-FFF2-40B4-BE49-F238E27FC236}">
                <a16:creationId xmlns:a16="http://schemas.microsoft.com/office/drawing/2014/main" id="{E40BFC09-7487-BA7E-4F52-958629328625}"/>
              </a:ext>
            </a:extLst>
          </p:cNvPr>
          <p:cNvSpPr>
            <a:spLocks noGrp="1"/>
          </p:cNvSpPr>
          <p:nvPr>
            <p:ph type="sldNum" sz="quarter" idx="12"/>
          </p:nvPr>
        </p:nvSpPr>
        <p:spPr/>
        <p:txBody>
          <a:bodyPr vert="horz" lIns="91440" tIns="45720" rIns="91440" bIns="45720" rtlCol="0" anchor="ctr">
            <a:normAutofit/>
          </a:bodyPr>
          <a:lstStyle/>
          <a:p>
            <a:pPr>
              <a:spcAft>
                <a:spcPts val="600"/>
              </a:spcAft>
            </a:pPr>
            <a:fld id="{DDF60B60-82CA-4BB9-BA6E-A62FADF2374B}" type="slidenum">
              <a:rPr lang="en-US" dirty="0"/>
              <a:pPr>
                <a:spcAft>
                  <a:spcPts val="600"/>
                </a:spcAft>
              </a:pPr>
              <a:t>8</a:t>
            </a:fld>
            <a:endParaRPr lang="en-US"/>
          </a:p>
        </p:txBody>
      </p:sp>
      <p:pic>
        <p:nvPicPr>
          <p:cNvPr id="14" name="Picture Placeholder 3" descr="A white and green logo&#10;&#10;AI-generated content may be incorrect.">
            <a:extLst>
              <a:ext uri="{FF2B5EF4-FFF2-40B4-BE49-F238E27FC236}">
                <a16:creationId xmlns:a16="http://schemas.microsoft.com/office/drawing/2014/main" id="{69BA138B-6366-6525-133F-230E4D6F96B2}"/>
              </a:ext>
            </a:extLst>
          </p:cNvPr>
          <p:cNvPicPr>
            <a:picLocks noChangeAspect="1"/>
          </p:cNvPicPr>
          <p:nvPr/>
        </p:nvPicPr>
        <p:blipFill>
          <a:blip r:embed="rId4"/>
          <a:srcRect r="-1" b="4785"/>
          <a:stretch>
            <a:fillRect/>
          </a:stretch>
        </p:blipFill>
        <p:spPr>
          <a:xfrm>
            <a:off x="-7600" y="1828810"/>
            <a:ext cx="5322254" cy="4566004"/>
          </a:xfrm>
          <a:prstGeom prst="rect">
            <a:avLst/>
          </a:prstGeom>
          <a:noFill/>
        </p:spPr>
      </p:pic>
      <p:sp>
        <p:nvSpPr>
          <p:cNvPr id="21" name="Subtitle 2">
            <a:extLst>
              <a:ext uri="{FF2B5EF4-FFF2-40B4-BE49-F238E27FC236}">
                <a16:creationId xmlns:a16="http://schemas.microsoft.com/office/drawing/2014/main" id="{7DD656D1-B03B-E28E-5734-225A4836FCD6}"/>
              </a:ext>
            </a:extLst>
          </p:cNvPr>
          <p:cNvSpPr txBox="1">
            <a:spLocks/>
          </p:cNvSpPr>
          <p:nvPr/>
        </p:nvSpPr>
        <p:spPr>
          <a:xfrm>
            <a:off x="1639412" y="166182"/>
            <a:ext cx="8913178" cy="1184035"/>
          </a:xfrm>
          <a:prstGeom prst="rect">
            <a:avLst/>
          </a:prstGeom>
        </p:spPr>
        <p:txBody>
          <a:bodyPr vert="horz" lIns="91440" tIns="45720" rIns="91440" bIns="45720" rtlCol="0" anchor="ctr">
            <a:normAutofit/>
          </a:bodyPr>
          <a:lstStyle>
            <a:lvl1pPr marL="0" indent="0" algn="ctr" defTabSz="914400" rtl="0" eaLnBrk="1" latinLnBrk="0" hangingPunct="1">
              <a:lnSpc>
                <a:spcPct val="120000"/>
              </a:lnSpc>
              <a:spcBef>
                <a:spcPts val="1000"/>
              </a:spcBef>
              <a:buFont typeface="Arial" panose="020B0604020202020204" pitchFamily="34" charset="0"/>
              <a:buNone/>
              <a:defRPr sz="1800" kern="1200">
                <a:solidFill>
                  <a:schemeClr val="tx2"/>
                </a:solidFill>
                <a:latin typeface="+mn-lt"/>
                <a:ea typeface="+mn-ea"/>
                <a:cs typeface="+mn-cs"/>
              </a:defRPr>
            </a:lvl1pPr>
            <a:lvl2pPr marL="457200" indent="0" algn="ctr" defTabSz="914400" rtl="0" eaLnBrk="1" latinLnBrk="0" hangingPunct="1">
              <a:lnSpc>
                <a:spcPct val="120000"/>
              </a:lnSpc>
              <a:spcBef>
                <a:spcPts val="500"/>
              </a:spcBef>
              <a:buFont typeface="Arial" panose="020B0604020202020204" pitchFamily="34" charset="0"/>
              <a:buNone/>
              <a:defRPr sz="1800" kern="1200">
                <a:solidFill>
                  <a:schemeClr val="tx2"/>
                </a:solidFill>
                <a:latin typeface="+mn-lt"/>
                <a:ea typeface="+mn-ea"/>
                <a:cs typeface="+mn-cs"/>
              </a:defRPr>
            </a:lvl2pPr>
            <a:lvl3pPr marL="914400" indent="0" algn="ctr" defTabSz="914400" rtl="0" eaLnBrk="1" latinLnBrk="0" hangingPunct="1">
              <a:lnSpc>
                <a:spcPct val="120000"/>
              </a:lnSpc>
              <a:spcBef>
                <a:spcPts val="500"/>
              </a:spcBef>
              <a:buFont typeface="Arial" panose="020B0604020202020204" pitchFamily="34" charset="0"/>
              <a:buNone/>
              <a:defRPr sz="1800" kern="1200">
                <a:solidFill>
                  <a:schemeClr val="tx2"/>
                </a:solidFill>
                <a:latin typeface="+mn-lt"/>
                <a:ea typeface="+mn-ea"/>
                <a:cs typeface="+mn-cs"/>
              </a:defRPr>
            </a:lvl3pPr>
            <a:lvl4pPr marL="1371600" indent="0" algn="ctr" defTabSz="914400" rtl="0" eaLnBrk="1" latinLnBrk="0" hangingPunct="1">
              <a:lnSpc>
                <a:spcPct val="120000"/>
              </a:lnSpc>
              <a:spcBef>
                <a:spcPts val="500"/>
              </a:spcBef>
              <a:buFont typeface="Arial" panose="020B0604020202020204" pitchFamily="34" charset="0"/>
              <a:buNone/>
              <a:defRPr sz="1600" kern="1200">
                <a:solidFill>
                  <a:schemeClr val="tx2"/>
                </a:solidFill>
                <a:latin typeface="+mn-lt"/>
                <a:ea typeface="+mn-ea"/>
                <a:cs typeface="+mn-cs"/>
              </a:defRPr>
            </a:lvl4pPr>
            <a:lvl5pPr marL="1828800" indent="0" algn="ctr" defTabSz="914400" rtl="0" eaLnBrk="1" latinLnBrk="0" hangingPunct="1">
              <a:lnSpc>
                <a:spcPct val="120000"/>
              </a:lnSpc>
              <a:spcBef>
                <a:spcPts val="500"/>
              </a:spcBef>
              <a:buFont typeface="Arial" panose="020B0604020202020204" pitchFamily="34" charset="0"/>
              <a:buNone/>
              <a:defRPr sz="1600" kern="1200">
                <a:solidFill>
                  <a:schemeClr val="tx2"/>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sz="2800" b="1" dirty="0"/>
              <a:t>Why do we use </a:t>
            </a:r>
            <a:r>
              <a:rPr lang="en-GB" sz="2800" b="1" dirty="0" err="1"/>
              <a:t>wada</a:t>
            </a:r>
            <a:r>
              <a:rPr lang="en-GB" sz="2800" b="1" dirty="0"/>
              <a:t>?</a:t>
            </a:r>
            <a:endParaRPr lang="en-US"/>
          </a:p>
        </p:txBody>
      </p:sp>
    </p:spTree>
    <p:extLst>
      <p:ext uri="{BB962C8B-B14F-4D97-AF65-F5344CB8AC3E}">
        <p14:creationId xmlns:p14="http://schemas.microsoft.com/office/powerpoint/2010/main" val="41958364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F0F39C-2DB8-7ADD-9F0A-A09817B7BA3F}"/>
            </a:ext>
          </a:extLst>
        </p:cNvPr>
        <p:cNvGrpSpPr/>
        <p:nvPr/>
      </p:nvGrpSpPr>
      <p:grpSpPr>
        <a:xfrm>
          <a:off x="0" y="0"/>
          <a:ext cx="0" cy="0"/>
          <a:chOff x="0" y="0"/>
          <a:chExt cx="0" cy="0"/>
        </a:xfrm>
      </p:grpSpPr>
      <p:pic>
        <p:nvPicPr>
          <p:cNvPr id="7" name="Picture 2" descr="D:\Wada Tool\Screen Shots\droid@screen-2.png">
            <a:extLst>
              <a:ext uri="{FF2B5EF4-FFF2-40B4-BE49-F238E27FC236}">
                <a16:creationId xmlns:a16="http://schemas.microsoft.com/office/drawing/2014/main" id="{71C60271-6F03-96AC-19BE-0DE8984A83C2}"/>
              </a:ext>
            </a:extLst>
          </p:cNvPr>
          <p:cNvPicPr>
            <a:picLocks noChangeAspect="1" noChangeArrowheads="1"/>
          </p:cNvPicPr>
          <p:nvPr/>
        </p:nvPicPr>
        <p:blipFill>
          <a:blip r:embed="rId3" cstate="print"/>
          <a:srcRect/>
          <a:stretch>
            <a:fillRect/>
          </a:stretch>
        </p:blipFill>
        <p:spPr bwMode="auto">
          <a:xfrm>
            <a:off x="7118684" y="1905000"/>
            <a:ext cx="3048000" cy="3048000"/>
          </a:xfrm>
          <a:prstGeom prst="rect">
            <a:avLst/>
          </a:prstGeom>
          <a:noFill/>
        </p:spPr>
      </p:pic>
      <p:sp>
        <p:nvSpPr>
          <p:cNvPr id="8" name="Rectangle 7">
            <a:extLst>
              <a:ext uri="{FF2B5EF4-FFF2-40B4-BE49-F238E27FC236}">
                <a16:creationId xmlns:a16="http://schemas.microsoft.com/office/drawing/2014/main" id="{266889EF-D045-1C8E-0DE5-0AF8F03E35B7}"/>
              </a:ext>
            </a:extLst>
          </p:cNvPr>
          <p:cNvSpPr/>
          <p:nvPr/>
        </p:nvSpPr>
        <p:spPr>
          <a:xfrm>
            <a:off x="7042484" y="1828800"/>
            <a:ext cx="3200400" cy="381000"/>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ular Callout 6">
            <a:extLst>
              <a:ext uri="{FF2B5EF4-FFF2-40B4-BE49-F238E27FC236}">
                <a16:creationId xmlns:a16="http://schemas.microsoft.com/office/drawing/2014/main" id="{A24A111B-1200-1C8D-C78F-026DD622C06D}"/>
              </a:ext>
            </a:extLst>
          </p:cNvPr>
          <p:cNvSpPr/>
          <p:nvPr/>
        </p:nvSpPr>
        <p:spPr>
          <a:xfrm>
            <a:off x="10166684" y="1143000"/>
            <a:ext cx="1524000" cy="381000"/>
          </a:xfrm>
          <a:prstGeom prst="wedgeRectCallout">
            <a:avLst>
              <a:gd name="adj1" fmla="val -97796"/>
              <a:gd name="adj2" fmla="val 154463"/>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Annotations</a:t>
            </a:r>
          </a:p>
        </p:txBody>
      </p:sp>
      <p:sp>
        <p:nvSpPr>
          <p:cNvPr id="10" name="Rectangle 9">
            <a:extLst>
              <a:ext uri="{FF2B5EF4-FFF2-40B4-BE49-F238E27FC236}">
                <a16:creationId xmlns:a16="http://schemas.microsoft.com/office/drawing/2014/main" id="{5A93CD20-6CAB-74CD-2421-6C75D811C585}"/>
              </a:ext>
            </a:extLst>
          </p:cNvPr>
          <p:cNvSpPr/>
          <p:nvPr/>
        </p:nvSpPr>
        <p:spPr>
          <a:xfrm>
            <a:off x="7042484" y="2286000"/>
            <a:ext cx="3200400" cy="13716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ular Callout 8">
            <a:extLst>
              <a:ext uri="{FF2B5EF4-FFF2-40B4-BE49-F238E27FC236}">
                <a16:creationId xmlns:a16="http://schemas.microsoft.com/office/drawing/2014/main" id="{71019FE3-4FAA-1AE5-AC4D-CFA83E025DB6}"/>
              </a:ext>
            </a:extLst>
          </p:cNvPr>
          <p:cNvSpPr/>
          <p:nvPr/>
        </p:nvSpPr>
        <p:spPr>
          <a:xfrm flipH="1">
            <a:off x="3994484" y="1620642"/>
            <a:ext cx="2667000" cy="838200"/>
          </a:xfrm>
          <a:prstGeom prst="wedgeRectCallout">
            <a:avLst>
              <a:gd name="adj1" fmla="val -69517"/>
              <a:gd name="adj2" fmla="val 135093"/>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rPr>
              <a:t>Start / Stop button:</a:t>
            </a:r>
          </a:p>
          <a:p>
            <a:pPr algn="ctr"/>
            <a:r>
              <a:rPr lang="en-US" dirty="0">
                <a:solidFill>
                  <a:schemeClr val="tx1"/>
                </a:solidFill>
              </a:rPr>
              <a:t>to start and stop data collection</a:t>
            </a:r>
          </a:p>
        </p:txBody>
      </p:sp>
      <p:sp>
        <p:nvSpPr>
          <p:cNvPr id="12" name="Rectangle 11">
            <a:extLst>
              <a:ext uri="{FF2B5EF4-FFF2-40B4-BE49-F238E27FC236}">
                <a16:creationId xmlns:a16="http://schemas.microsoft.com/office/drawing/2014/main" id="{3C2D2147-931A-BF40-982E-A033329C9E86}"/>
              </a:ext>
            </a:extLst>
          </p:cNvPr>
          <p:cNvSpPr/>
          <p:nvPr/>
        </p:nvSpPr>
        <p:spPr>
          <a:xfrm>
            <a:off x="7118684" y="3733800"/>
            <a:ext cx="990600" cy="762000"/>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54296EF-B28E-D4AE-19A9-1C8D5C63576A}"/>
              </a:ext>
            </a:extLst>
          </p:cNvPr>
          <p:cNvSpPr/>
          <p:nvPr/>
        </p:nvSpPr>
        <p:spPr>
          <a:xfrm>
            <a:off x="8185484" y="3733800"/>
            <a:ext cx="914400" cy="762000"/>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CE5A572-5B51-F4EB-E3FE-EE9786312A41}"/>
              </a:ext>
            </a:extLst>
          </p:cNvPr>
          <p:cNvSpPr/>
          <p:nvPr/>
        </p:nvSpPr>
        <p:spPr>
          <a:xfrm>
            <a:off x="9176084" y="3733800"/>
            <a:ext cx="990600" cy="762000"/>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ular Callout 13">
            <a:extLst>
              <a:ext uri="{FF2B5EF4-FFF2-40B4-BE49-F238E27FC236}">
                <a16:creationId xmlns:a16="http://schemas.microsoft.com/office/drawing/2014/main" id="{DE008CFC-D774-0840-700A-95142BD50C00}"/>
              </a:ext>
            </a:extLst>
          </p:cNvPr>
          <p:cNvSpPr/>
          <p:nvPr/>
        </p:nvSpPr>
        <p:spPr>
          <a:xfrm flipH="1">
            <a:off x="4756484" y="3886200"/>
            <a:ext cx="1600200" cy="685800"/>
          </a:xfrm>
          <a:prstGeom prst="wedgeRectCallout">
            <a:avLst>
              <a:gd name="adj1" fmla="val -101496"/>
              <a:gd name="adj2" fmla="val -7032"/>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Refresh the display</a:t>
            </a:r>
          </a:p>
        </p:txBody>
      </p:sp>
      <p:sp>
        <p:nvSpPr>
          <p:cNvPr id="16" name="Rectangular Callout 14">
            <a:extLst>
              <a:ext uri="{FF2B5EF4-FFF2-40B4-BE49-F238E27FC236}">
                <a16:creationId xmlns:a16="http://schemas.microsoft.com/office/drawing/2014/main" id="{E2ACED45-34D1-00BB-D3EA-BC6EFDC796CC}"/>
              </a:ext>
            </a:extLst>
          </p:cNvPr>
          <p:cNvSpPr/>
          <p:nvPr/>
        </p:nvSpPr>
        <p:spPr>
          <a:xfrm flipH="1">
            <a:off x="9404684" y="5715000"/>
            <a:ext cx="2667000" cy="609600"/>
          </a:xfrm>
          <a:prstGeom prst="wedgeRectCallout">
            <a:avLst>
              <a:gd name="adj1" fmla="val 37506"/>
              <a:gd name="adj2" fmla="val -270584"/>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Brings a new display for setting annotations</a:t>
            </a:r>
          </a:p>
        </p:txBody>
      </p:sp>
      <p:sp>
        <p:nvSpPr>
          <p:cNvPr id="17" name="Rectangular Callout 15">
            <a:extLst>
              <a:ext uri="{FF2B5EF4-FFF2-40B4-BE49-F238E27FC236}">
                <a16:creationId xmlns:a16="http://schemas.microsoft.com/office/drawing/2014/main" id="{964DC776-394C-5A03-B058-78C4A27EB586}"/>
              </a:ext>
            </a:extLst>
          </p:cNvPr>
          <p:cNvSpPr/>
          <p:nvPr/>
        </p:nvSpPr>
        <p:spPr>
          <a:xfrm flipH="1">
            <a:off x="5137484" y="5715000"/>
            <a:ext cx="2667000" cy="609600"/>
          </a:xfrm>
          <a:prstGeom prst="wedgeRectCallout">
            <a:avLst>
              <a:gd name="adj1" fmla="val -75285"/>
              <a:gd name="adj2" fmla="val -264976"/>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Brings a new display for data</a:t>
            </a:r>
          </a:p>
        </p:txBody>
      </p:sp>
      <p:sp>
        <p:nvSpPr>
          <p:cNvPr id="2" name="Rectangle 1">
            <a:extLst>
              <a:ext uri="{FF2B5EF4-FFF2-40B4-BE49-F238E27FC236}">
                <a16:creationId xmlns:a16="http://schemas.microsoft.com/office/drawing/2014/main" id="{9ADA2F32-7AD7-460E-4F40-2F4C39D289FA}"/>
              </a:ext>
            </a:extLst>
          </p:cNvPr>
          <p:cNvSpPr/>
          <p:nvPr/>
        </p:nvSpPr>
        <p:spPr>
          <a:xfrm>
            <a:off x="7132319" y="1935479"/>
            <a:ext cx="2979419" cy="24384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b="1" dirty="0" err="1">
                <a:solidFill>
                  <a:srgbClr val="FFFFFF"/>
                </a:solidFill>
              </a:rPr>
              <a:t>None_none_none_none</a:t>
            </a:r>
            <a:endParaRPr lang="en-GB" sz="1100" b="1">
              <a:solidFill>
                <a:srgbClr val="FFFFFF"/>
              </a:solidFill>
            </a:endParaRPr>
          </a:p>
        </p:txBody>
      </p:sp>
      <p:sp>
        <p:nvSpPr>
          <p:cNvPr id="18" name="Title 3">
            <a:extLst>
              <a:ext uri="{FF2B5EF4-FFF2-40B4-BE49-F238E27FC236}">
                <a16:creationId xmlns:a16="http://schemas.microsoft.com/office/drawing/2014/main" id="{CAE3E521-CAE1-9E52-6FC0-F196CAE78053}"/>
              </a:ext>
            </a:extLst>
          </p:cNvPr>
          <p:cNvSpPr txBox="1">
            <a:spLocks/>
          </p:cNvSpPr>
          <p:nvPr/>
        </p:nvSpPr>
        <p:spPr>
          <a:xfrm>
            <a:off x="457201" y="318582"/>
            <a:ext cx="11122507" cy="116263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7200" kern="1200" cap="all" baseline="0">
                <a:solidFill>
                  <a:schemeClr val="accent1"/>
                </a:solidFill>
                <a:latin typeface="+mj-lt"/>
                <a:ea typeface="+mj-ea"/>
                <a:cs typeface="+mj-cs"/>
              </a:defRPr>
            </a:lvl1pPr>
          </a:lstStyle>
          <a:p>
            <a:r>
              <a:rPr lang="en-US" sz="4400" dirty="0">
                <a:solidFill>
                  <a:srgbClr val="131313"/>
                </a:solidFill>
              </a:rPr>
              <a:t>Wada home</a:t>
            </a:r>
            <a:endParaRPr lang="en-US" dirty="0"/>
          </a:p>
        </p:txBody>
      </p:sp>
    </p:spTree>
    <p:extLst>
      <p:ext uri="{BB962C8B-B14F-4D97-AF65-F5344CB8AC3E}">
        <p14:creationId xmlns:p14="http://schemas.microsoft.com/office/powerpoint/2010/main" val="10854106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B851D84-EBA3-20C3-50A4-E47DD51ECE17}"/>
              </a:ext>
            </a:extLst>
          </p:cNvPr>
          <p:cNvSpPr>
            <a:spLocks noGrp="1"/>
          </p:cNvSpPr>
          <p:nvPr>
            <p:ph sz="quarter" idx="13"/>
          </p:nvPr>
        </p:nvSpPr>
        <p:spPr>
          <a:xfrm>
            <a:off x="455530" y="2249592"/>
            <a:ext cx="11124178" cy="3787062"/>
          </a:xfrm>
        </p:spPr>
        <p:txBody>
          <a:bodyPr vert="horz" lIns="91440" tIns="45720" rIns="91440" bIns="45720" rtlCol="0" anchor="t">
            <a:normAutofit/>
          </a:bodyPr>
          <a:lstStyle/>
          <a:p>
            <a:r>
              <a:rPr lang="en-US" dirty="0"/>
              <a:t>Download android development kit, platform tools</a:t>
            </a:r>
          </a:p>
          <a:p>
            <a:r>
              <a:rPr lang="en-US" dirty="0"/>
              <a:t>Open </a:t>
            </a:r>
            <a:r>
              <a:rPr lang="en-US" dirty="0" err="1"/>
              <a:t>cmd</a:t>
            </a:r>
          </a:p>
          <a:p>
            <a:r>
              <a:rPr lang="en-US"/>
              <a:t>Go to Settings in Watch and set </a:t>
            </a:r>
            <a:r>
              <a:rPr lang="en-US" b="1"/>
              <a:t>debug to true </a:t>
            </a:r>
            <a:r>
              <a:rPr lang="en-US"/>
              <a:t>(in the watch)</a:t>
            </a:r>
            <a:endParaRPr lang="en-US">
              <a:solidFill>
                <a:srgbClr val="131313"/>
              </a:solidFill>
            </a:endParaRPr>
          </a:p>
          <a:p>
            <a:r>
              <a:rPr lang="en-US" dirty="0"/>
              <a:t>Connect the device by using </a:t>
            </a:r>
            <a:r>
              <a:rPr lang="en-US" b="1" dirty="0" err="1"/>
              <a:t>abd</a:t>
            </a:r>
            <a:r>
              <a:rPr lang="en-US" b="1" dirty="0"/>
              <a:t> devices</a:t>
            </a:r>
          </a:p>
          <a:p>
            <a:r>
              <a:rPr lang="en-US" dirty="0"/>
              <a:t>This will show the device you just connected. </a:t>
            </a:r>
          </a:p>
          <a:p>
            <a:r>
              <a:rPr lang="en-US" dirty="0"/>
              <a:t>Once connected, you can use the commands in the next slide to perform several operations. </a:t>
            </a:r>
          </a:p>
          <a:p>
            <a:endParaRPr lang="en-US"/>
          </a:p>
        </p:txBody>
      </p:sp>
      <p:sp>
        <p:nvSpPr>
          <p:cNvPr id="4" name="Footer Placeholder 3">
            <a:extLst>
              <a:ext uri="{FF2B5EF4-FFF2-40B4-BE49-F238E27FC236}">
                <a16:creationId xmlns:a16="http://schemas.microsoft.com/office/drawing/2014/main" id="{7C89F61C-21AF-EEEB-D295-E15E8A1682DF}"/>
              </a:ext>
            </a:extLst>
          </p:cNvPr>
          <p:cNvSpPr>
            <a:spLocks noGrp="1"/>
          </p:cNvSpPr>
          <p:nvPr>
            <p:ph type="ftr" sz="quarter" idx="11"/>
          </p:nvPr>
        </p:nvSpPr>
        <p:spPr/>
        <p:txBody>
          <a:bodyPr/>
          <a:lstStyle/>
          <a:p>
            <a:r>
              <a:rPr lang="en-US" dirty="0"/>
              <a:t>
              </a:t>
            </a:r>
          </a:p>
        </p:txBody>
      </p:sp>
      <p:sp>
        <p:nvSpPr>
          <p:cNvPr id="5" name="Date Placeholder 4">
            <a:extLst>
              <a:ext uri="{FF2B5EF4-FFF2-40B4-BE49-F238E27FC236}">
                <a16:creationId xmlns:a16="http://schemas.microsoft.com/office/drawing/2014/main" id="{66DD3ECD-789E-26E3-3AA3-FF33363E4F7C}"/>
              </a:ext>
            </a:extLst>
          </p:cNvPr>
          <p:cNvSpPr>
            <a:spLocks noGrp="1"/>
          </p:cNvSpPr>
          <p:nvPr>
            <p:ph type="dt" sz="half" idx="10"/>
          </p:nvPr>
        </p:nvSpPr>
        <p:spPr/>
        <p:txBody>
          <a:bodyPr/>
          <a:lstStyle/>
          <a:p>
            <a:fld id="{51E598BD-EECC-493D-BF73-BEFAD88F84A5}" type="datetime1">
              <a:t>9/30/2026</a:t>
            </a:fld>
            <a:endParaRPr lang="en-US" dirty="0"/>
          </a:p>
        </p:txBody>
      </p:sp>
      <p:sp>
        <p:nvSpPr>
          <p:cNvPr id="6" name="Slide Number Placeholder 5">
            <a:extLst>
              <a:ext uri="{FF2B5EF4-FFF2-40B4-BE49-F238E27FC236}">
                <a16:creationId xmlns:a16="http://schemas.microsoft.com/office/drawing/2014/main" id="{E9CADE42-E703-C3FB-2016-F258F6732201}"/>
              </a:ext>
            </a:extLst>
          </p:cNvPr>
          <p:cNvSpPr>
            <a:spLocks noGrp="1"/>
          </p:cNvSpPr>
          <p:nvPr>
            <p:ph type="sldNum" sz="quarter" idx="12"/>
          </p:nvPr>
        </p:nvSpPr>
        <p:spPr/>
        <p:txBody>
          <a:bodyPr/>
          <a:lstStyle/>
          <a:p>
            <a:fld id="{DDF60B60-82CA-4BB9-BA6E-A62FADF2374B}" type="slidenum">
              <a:rPr lang="en-US" dirty="0"/>
              <a:t>10</a:t>
            </a:fld>
            <a:endParaRPr lang="en-US" dirty="0"/>
          </a:p>
        </p:txBody>
      </p:sp>
      <p:sp>
        <p:nvSpPr>
          <p:cNvPr id="8" name="Title 3">
            <a:extLst>
              <a:ext uri="{FF2B5EF4-FFF2-40B4-BE49-F238E27FC236}">
                <a16:creationId xmlns:a16="http://schemas.microsoft.com/office/drawing/2014/main" id="{E049F43C-033A-A859-F2DC-9235AFDBD3DC}"/>
              </a:ext>
            </a:extLst>
          </p:cNvPr>
          <p:cNvSpPr>
            <a:spLocks noGrp="1"/>
          </p:cNvSpPr>
          <p:nvPr>
            <p:ph type="title"/>
          </p:nvPr>
        </p:nvSpPr>
        <p:spPr>
          <a:xfrm>
            <a:off x="457201" y="318582"/>
            <a:ext cx="11122507" cy="1162632"/>
          </a:xfrm>
        </p:spPr>
        <p:txBody>
          <a:bodyPr/>
          <a:lstStyle/>
          <a:p>
            <a:r>
              <a:rPr lang="en-US" sz="4400" dirty="0">
                <a:solidFill>
                  <a:srgbClr val="131313"/>
                </a:solidFill>
              </a:rPr>
              <a:t>CONNECT WATCH TO system</a:t>
            </a:r>
            <a:endParaRPr lang="en-US" dirty="0"/>
          </a:p>
        </p:txBody>
      </p:sp>
    </p:spTree>
    <p:extLst>
      <p:ext uri="{BB962C8B-B14F-4D97-AF65-F5344CB8AC3E}">
        <p14:creationId xmlns:p14="http://schemas.microsoft.com/office/powerpoint/2010/main" val="40338382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7DC91AA-6655-6754-B0CA-06FB87FC4292}"/>
              </a:ext>
            </a:extLst>
          </p:cNvPr>
          <p:cNvSpPr>
            <a:spLocks noGrp="1"/>
          </p:cNvSpPr>
          <p:nvPr>
            <p:ph sz="quarter" idx="13"/>
          </p:nvPr>
        </p:nvSpPr>
        <p:spPr>
          <a:xfrm>
            <a:off x="293268" y="1976422"/>
            <a:ext cx="11272063" cy="3787062"/>
          </a:xfrm>
        </p:spPr>
        <p:txBody>
          <a:bodyPr vert="horz" lIns="91440" tIns="45720" rIns="91440" bIns="45720" rtlCol="0" anchor="t">
            <a:normAutofit/>
          </a:bodyPr>
          <a:lstStyle/>
          <a:p>
            <a:r>
              <a:rPr lang="en-US" dirty="0"/>
              <a:t>Check whether the watch is connected and authorized: </a:t>
            </a:r>
            <a:r>
              <a:rPr lang="en-US" b="1" dirty="0" err="1"/>
              <a:t>adb</a:t>
            </a:r>
            <a:r>
              <a:rPr lang="en-US" b="1" dirty="0"/>
              <a:t> devices</a:t>
            </a:r>
            <a:endParaRPr lang="en-US"/>
          </a:p>
          <a:p>
            <a:r>
              <a:rPr lang="en-US" dirty="0"/>
              <a:t>Confirm if </a:t>
            </a:r>
            <a:r>
              <a:rPr lang="en-US" dirty="0" err="1"/>
              <a:t>wada</a:t>
            </a:r>
            <a:r>
              <a:rPr lang="en-US" dirty="0"/>
              <a:t> is installed: </a:t>
            </a:r>
            <a:r>
              <a:rPr lang="en-US" b="1" dirty="0" err="1"/>
              <a:t>adb</a:t>
            </a:r>
            <a:r>
              <a:rPr lang="en-US" b="1" dirty="0"/>
              <a:t> shell pm list packages | </a:t>
            </a:r>
            <a:r>
              <a:rPr lang="en-US" b="1" dirty="0" err="1"/>
              <a:t>findstr</a:t>
            </a:r>
            <a:r>
              <a:rPr lang="en-US" b="1" dirty="0"/>
              <a:t> /</a:t>
            </a:r>
            <a:r>
              <a:rPr lang="en-US" b="1" dirty="0" err="1"/>
              <a:t>i</a:t>
            </a:r>
            <a:r>
              <a:rPr lang="en-US" b="1" dirty="0"/>
              <a:t> </a:t>
            </a:r>
            <a:r>
              <a:rPr lang="en-US" b="1" dirty="0" err="1"/>
              <a:t>wada</a:t>
            </a:r>
            <a:r>
              <a:rPr lang="en-US" b="1" dirty="0"/>
              <a:t> </a:t>
            </a:r>
          </a:p>
          <a:p>
            <a:r>
              <a:rPr lang="en-US" dirty="0"/>
              <a:t>Update config:</a:t>
            </a:r>
            <a:r>
              <a:rPr lang="en-US" b="1" dirty="0"/>
              <a:t> </a:t>
            </a:r>
            <a:r>
              <a:rPr lang="en-US" b="1" dirty="0" err="1"/>
              <a:t>Adb</a:t>
            </a:r>
            <a:r>
              <a:rPr lang="en-US" b="1" dirty="0"/>
              <a:t> push </a:t>
            </a:r>
            <a:r>
              <a:rPr lang="en-US" b="1" dirty="0" err="1"/>
              <a:t>config.json</a:t>
            </a:r>
            <a:r>
              <a:rPr lang="en-US" b="1" dirty="0"/>
              <a:t> /</a:t>
            </a:r>
            <a:r>
              <a:rPr lang="en-US" b="1" dirty="0" err="1"/>
              <a:t>sdcard</a:t>
            </a:r>
            <a:r>
              <a:rPr lang="en-US" b="1" dirty="0"/>
              <a:t>/</a:t>
            </a:r>
            <a:r>
              <a:rPr lang="en-US" b="1" dirty="0" err="1"/>
              <a:t>wada</a:t>
            </a:r>
            <a:r>
              <a:rPr lang="en-US" b="1" dirty="0"/>
              <a:t>/config/</a:t>
            </a:r>
            <a:r>
              <a:rPr lang="en-US" b="1" dirty="0" err="1"/>
              <a:t>config.json</a:t>
            </a:r>
            <a:endParaRPr lang="en-US" b="1" dirty="0"/>
          </a:p>
          <a:p>
            <a:r>
              <a:rPr lang="en-US" dirty="0"/>
              <a:t>Check config in the watch:</a:t>
            </a:r>
            <a:r>
              <a:rPr lang="en-US" b="1" dirty="0"/>
              <a:t> </a:t>
            </a:r>
            <a:r>
              <a:rPr lang="en-US" b="1" dirty="0" err="1"/>
              <a:t>Adb</a:t>
            </a:r>
            <a:r>
              <a:rPr lang="en-US" b="1" dirty="0"/>
              <a:t> shell cat /</a:t>
            </a:r>
            <a:r>
              <a:rPr lang="en-US" b="1" dirty="0" err="1"/>
              <a:t>sdcard</a:t>
            </a:r>
            <a:r>
              <a:rPr lang="en-US" b="1" dirty="0"/>
              <a:t>/</a:t>
            </a:r>
            <a:r>
              <a:rPr lang="en-US" b="1" dirty="0" err="1"/>
              <a:t>wada</a:t>
            </a:r>
            <a:r>
              <a:rPr lang="en-US" b="1" dirty="0"/>
              <a:t>/config/</a:t>
            </a:r>
            <a:r>
              <a:rPr lang="en-US" b="1" dirty="0" err="1"/>
              <a:t>config.json</a:t>
            </a:r>
            <a:endParaRPr lang="en-US" b="1" dirty="0"/>
          </a:p>
          <a:p>
            <a:r>
              <a:rPr lang="en-US" dirty="0"/>
              <a:t>Restart </a:t>
            </a:r>
            <a:r>
              <a:rPr lang="en-US" dirty="0" err="1"/>
              <a:t>wada</a:t>
            </a:r>
            <a:r>
              <a:rPr lang="en-US" dirty="0"/>
              <a:t>:</a:t>
            </a:r>
            <a:r>
              <a:rPr lang="en-US" b="1" dirty="0"/>
              <a:t> </a:t>
            </a:r>
            <a:r>
              <a:rPr lang="en-US" b="1" dirty="0" err="1"/>
              <a:t>Adb</a:t>
            </a:r>
            <a:r>
              <a:rPr lang="en-US" b="1" dirty="0"/>
              <a:t> shell am force-stop </a:t>
            </a:r>
            <a:r>
              <a:rPr lang="en-US" b="1" dirty="0" err="1"/>
              <a:t>edu.virginia.cs.mooncake.wada</a:t>
            </a:r>
            <a:endParaRPr lang="en-US" b="1" dirty="0"/>
          </a:p>
          <a:p>
            <a:r>
              <a:rPr lang="en-US" dirty="0"/>
              <a:t>View Saved files:</a:t>
            </a:r>
            <a:r>
              <a:rPr lang="en-US" b="1" dirty="0"/>
              <a:t> </a:t>
            </a:r>
            <a:r>
              <a:rPr lang="en-US" b="1" dirty="0" err="1"/>
              <a:t>Adb</a:t>
            </a:r>
            <a:r>
              <a:rPr lang="en-US" b="1" dirty="0"/>
              <a:t> shell ls –la /</a:t>
            </a:r>
            <a:r>
              <a:rPr lang="en-US" b="1" dirty="0" err="1"/>
              <a:t>wada</a:t>
            </a:r>
            <a:r>
              <a:rPr lang="en-US" b="1" dirty="0"/>
              <a:t>/data</a:t>
            </a:r>
          </a:p>
          <a:p>
            <a:r>
              <a:rPr lang="en-US" dirty="0"/>
              <a:t>Download/ extract files:</a:t>
            </a:r>
            <a:r>
              <a:rPr lang="en-US" b="1" dirty="0"/>
              <a:t> </a:t>
            </a:r>
            <a:r>
              <a:rPr lang="en-US" b="1" dirty="0" err="1"/>
              <a:t>Adb</a:t>
            </a:r>
            <a:r>
              <a:rPr lang="en-US" b="1" dirty="0"/>
              <a:t> pull/</a:t>
            </a:r>
            <a:r>
              <a:rPr lang="en-US" b="1" dirty="0" err="1"/>
              <a:t>sdcard</a:t>
            </a:r>
            <a:r>
              <a:rPr lang="en-US" b="1" dirty="0"/>
              <a:t>/</a:t>
            </a:r>
            <a:r>
              <a:rPr lang="en-US" b="1" dirty="0" err="1"/>
              <a:t>wada</a:t>
            </a:r>
            <a:r>
              <a:rPr lang="en-US" b="1" dirty="0"/>
              <a:t>/data/FILENAME</a:t>
            </a:r>
          </a:p>
        </p:txBody>
      </p:sp>
      <p:sp>
        <p:nvSpPr>
          <p:cNvPr id="7" name="Title 3">
            <a:extLst>
              <a:ext uri="{FF2B5EF4-FFF2-40B4-BE49-F238E27FC236}">
                <a16:creationId xmlns:a16="http://schemas.microsoft.com/office/drawing/2014/main" id="{9C8E70E8-B8DD-E1F0-E1EC-69B5D12FE820}"/>
              </a:ext>
            </a:extLst>
          </p:cNvPr>
          <p:cNvSpPr txBox="1">
            <a:spLocks/>
          </p:cNvSpPr>
          <p:nvPr/>
        </p:nvSpPr>
        <p:spPr>
          <a:xfrm>
            <a:off x="457201" y="318582"/>
            <a:ext cx="11122507" cy="116263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7200" kern="1200" cap="all" baseline="0">
                <a:solidFill>
                  <a:schemeClr val="accent1"/>
                </a:solidFill>
                <a:latin typeface="+mj-lt"/>
                <a:ea typeface="+mj-ea"/>
                <a:cs typeface="+mj-cs"/>
              </a:defRPr>
            </a:lvl1pPr>
          </a:lstStyle>
          <a:p>
            <a:r>
              <a:rPr lang="en-US" sz="4400" dirty="0">
                <a:solidFill>
                  <a:srgbClr val="131313"/>
                </a:solidFill>
              </a:rPr>
              <a:t>Quick commands</a:t>
            </a:r>
          </a:p>
        </p:txBody>
      </p:sp>
      <p:sp>
        <p:nvSpPr>
          <p:cNvPr id="4" name="Rectangle: Rounded Corners 3">
            <a:extLst>
              <a:ext uri="{FF2B5EF4-FFF2-40B4-BE49-F238E27FC236}">
                <a16:creationId xmlns:a16="http://schemas.microsoft.com/office/drawing/2014/main" id="{D526E38D-4CE5-842F-DA6D-273D638F7A4F}"/>
              </a:ext>
            </a:extLst>
          </p:cNvPr>
          <p:cNvSpPr/>
          <p:nvPr/>
        </p:nvSpPr>
        <p:spPr>
          <a:xfrm>
            <a:off x="713794" y="5767576"/>
            <a:ext cx="10611335" cy="83811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b="1" dirty="0">
                <a:solidFill>
                  <a:schemeClr val="bg2"/>
                </a:solidFill>
              </a:rPr>
              <a:t>MAKE SURE THAT DEBUG IS SET TO TRUE BEFORE RUNNING ADB DEVICES</a:t>
            </a:r>
            <a:endParaRPr lang="en-US" dirty="0">
              <a:solidFill>
                <a:schemeClr val="bg2"/>
              </a:solidFill>
            </a:endParaRPr>
          </a:p>
        </p:txBody>
      </p:sp>
    </p:spTree>
    <p:extLst>
      <p:ext uri="{BB962C8B-B14F-4D97-AF65-F5344CB8AC3E}">
        <p14:creationId xmlns:p14="http://schemas.microsoft.com/office/powerpoint/2010/main" val="24633273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73172E0-1FA5-BB87-4C09-CE0C050C4101}"/>
              </a:ext>
            </a:extLst>
          </p:cNvPr>
          <p:cNvSpPr>
            <a:spLocks noGrp="1" noChangeAspect="1"/>
          </p:cNvSpPr>
          <p:nvPr>
            <p:ph type="pic" sz="quarter" idx="14"/>
          </p:nvPr>
        </p:nvSpPr>
        <p:spPr/>
      </p:sp>
      <p:sp>
        <p:nvSpPr>
          <p:cNvPr id="4" name="Content Placeholder 3">
            <a:extLst>
              <a:ext uri="{FF2B5EF4-FFF2-40B4-BE49-F238E27FC236}">
                <a16:creationId xmlns:a16="http://schemas.microsoft.com/office/drawing/2014/main" id="{349C5E9A-D1B9-5ADD-FAA8-4815DF859B0E}"/>
              </a:ext>
            </a:extLst>
          </p:cNvPr>
          <p:cNvSpPr>
            <a:spLocks noGrp="1"/>
          </p:cNvSpPr>
          <p:nvPr>
            <p:ph sz="quarter" idx="13"/>
          </p:nvPr>
        </p:nvSpPr>
        <p:spPr/>
        <p:txBody>
          <a:bodyPr vert="horz" lIns="91440" tIns="45720" rIns="91440" bIns="45720" rtlCol="0" anchor="t">
            <a:normAutofit/>
          </a:bodyPr>
          <a:lstStyle/>
          <a:p>
            <a:r>
              <a:rPr lang="en-GB"/>
              <a:t>Path to config: </a:t>
            </a:r>
            <a:r>
              <a:rPr lang="en-GB" b="1"/>
              <a:t>/sdcard/wada/config/config.json</a:t>
            </a:r>
          </a:p>
          <a:p>
            <a:r>
              <a:rPr lang="en-GB"/>
              <a:t>Windows side: </a:t>
            </a:r>
            <a:r>
              <a:rPr lang="en-GB" b="1"/>
              <a:t>C:\platform-tools-latest-windows\platform-tools\config.json</a:t>
            </a:r>
          </a:p>
          <a:p>
            <a:r>
              <a:rPr lang="en-GB"/>
              <a:t>Commands: </a:t>
            </a:r>
            <a:r>
              <a:rPr lang="en-GB" err="1"/>
              <a:t>adb</a:t>
            </a:r>
            <a:r>
              <a:rPr lang="en-GB"/>
              <a:t> push/pull FILE PATH</a:t>
            </a:r>
          </a:p>
          <a:p>
            <a:r>
              <a:rPr lang="en-GB"/>
              <a:t>Inspect: </a:t>
            </a:r>
            <a:r>
              <a:rPr lang="en-GB" err="1"/>
              <a:t>adb</a:t>
            </a:r>
            <a:r>
              <a:rPr lang="en-GB"/>
              <a:t> shell cat ...</a:t>
            </a:r>
          </a:p>
        </p:txBody>
      </p:sp>
      <p:sp>
        <p:nvSpPr>
          <p:cNvPr id="5" name="Footer Placeholder 4">
            <a:extLst>
              <a:ext uri="{FF2B5EF4-FFF2-40B4-BE49-F238E27FC236}">
                <a16:creationId xmlns:a16="http://schemas.microsoft.com/office/drawing/2014/main" id="{7C2351DA-C5E8-456A-67C4-4F980627C7BC}"/>
              </a:ext>
            </a:extLst>
          </p:cNvPr>
          <p:cNvSpPr>
            <a:spLocks noGrp="1"/>
          </p:cNvSpPr>
          <p:nvPr>
            <p:ph type="ftr" sz="quarter" idx="11"/>
          </p:nvPr>
        </p:nvSpPr>
        <p:spPr/>
        <p:txBody>
          <a:bodyPr/>
          <a:lstStyle/>
          <a:p>
            <a:r>
              <a:rPr lang="en-US" dirty="0"/>
              <a:t>
              </a:t>
            </a:r>
          </a:p>
        </p:txBody>
      </p:sp>
      <p:sp>
        <p:nvSpPr>
          <p:cNvPr id="6" name="Date Placeholder 5">
            <a:extLst>
              <a:ext uri="{FF2B5EF4-FFF2-40B4-BE49-F238E27FC236}">
                <a16:creationId xmlns:a16="http://schemas.microsoft.com/office/drawing/2014/main" id="{54A7316A-62DC-D47C-7540-03F6781D08D3}"/>
              </a:ext>
            </a:extLst>
          </p:cNvPr>
          <p:cNvSpPr>
            <a:spLocks noGrp="1"/>
          </p:cNvSpPr>
          <p:nvPr>
            <p:ph type="dt" sz="half" idx="10"/>
          </p:nvPr>
        </p:nvSpPr>
        <p:spPr/>
        <p:txBody>
          <a:bodyPr/>
          <a:lstStyle/>
          <a:p>
            <a:fld id="{84FFCA73-9ECE-4E72-8C58-6F0B783669B8}" type="datetime1">
              <a:rPr lang="en-GB"/>
              <a:t>30/09/2026</a:t>
            </a:fld>
            <a:endParaRPr lang="en-GB" dirty="0"/>
          </a:p>
        </p:txBody>
      </p:sp>
      <p:sp>
        <p:nvSpPr>
          <p:cNvPr id="7" name="Slide Number Placeholder 6">
            <a:extLst>
              <a:ext uri="{FF2B5EF4-FFF2-40B4-BE49-F238E27FC236}">
                <a16:creationId xmlns:a16="http://schemas.microsoft.com/office/drawing/2014/main" id="{D1E35AF5-3AAD-9F55-5F83-9D925ECCDB23}"/>
              </a:ext>
            </a:extLst>
          </p:cNvPr>
          <p:cNvSpPr>
            <a:spLocks noGrp="1"/>
          </p:cNvSpPr>
          <p:nvPr>
            <p:ph type="sldNum" sz="quarter" idx="12"/>
          </p:nvPr>
        </p:nvSpPr>
        <p:spPr/>
        <p:txBody>
          <a:bodyPr/>
          <a:lstStyle/>
          <a:p>
            <a:fld id="{DDF60B60-82CA-4BB9-BA6E-A62FADF2374B}" type="slidenum">
              <a:rPr lang="en-US" dirty="0"/>
              <a:t>12</a:t>
            </a:fld>
            <a:endParaRPr lang="en-US" dirty="0"/>
          </a:p>
        </p:txBody>
      </p:sp>
      <p:pic>
        <p:nvPicPr>
          <p:cNvPr id="9" name="Content Placeholder 3" descr="A screen shot of a computer&#10;&#10;AI-generated content may be incorrect.">
            <a:extLst>
              <a:ext uri="{FF2B5EF4-FFF2-40B4-BE49-F238E27FC236}">
                <a16:creationId xmlns:a16="http://schemas.microsoft.com/office/drawing/2014/main" id="{21F69FE8-622D-2D40-D83A-49DFF09EE6EA}"/>
              </a:ext>
            </a:extLst>
          </p:cNvPr>
          <p:cNvPicPr>
            <a:picLocks noChangeAspect="1"/>
          </p:cNvPicPr>
          <p:nvPr/>
        </p:nvPicPr>
        <p:blipFill>
          <a:blip r:embed="rId3"/>
          <a:stretch>
            <a:fillRect/>
          </a:stretch>
        </p:blipFill>
        <p:spPr>
          <a:xfrm>
            <a:off x="-11506" y="1827562"/>
            <a:ext cx="5443802" cy="4564439"/>
          </a:xfrm>
          <a:prstGeom prst="rect">
            <a:avLst/>
          </a:prstGeom>
        </p:spPr>
      </p:pic>
      <p:sp>
        <p:nvSpPr>
          <p:cNvPr id="11" name="Subtitle 2">
            <a:extLst>
              <a:ext uri="{FF2B5EF4-FFF2-40B4-BE49-F238E27FC236}">
                <a16:creationId xmlns:a16="http://schemas.microsoft.com/office/drawing/2014/main" id="{F73B7FF3-FBBB-F503-861C-0F63F91BA587}"/>
              </a:ext>
            </a:extLst>
          </p:cNvPr>
          <p:cNvSpPr txBox="1">
            <a:spLocks/>
          </p:cNvSpPr>
          <p:nvPr/>
        </p:nvSpPr>
        <p:spPr>
          <a:xfrm>
            <a:off x="1639412" y="166182"/>
            <a:ext cx="8913178" cy="1184035"/>
          </a:xfrm>
          <a:prstGeom prst="rect">
            <a:avLst/>
          </a:prstGeom>
        </p:spPr>
        <p:txBody>
          <a:bodyPr vert="horz" lIns="91440" tIns="45720" rIns="91440" bIns="45720" rtlCol="0" anchor="ctr">
            <a:normAutofit/>
          </a:bodyPr>
          <a:lstStyle>
            <a:lvl1pPr marL="0" indent="0" algn="ctr" defTabSz="914400" rtl="0" eaLnBrk="1" latinLnBrk="0" hangingPunct="1">
              <a:lnSpc>
                <a:spcPct val="120000"/>
              </a:lnSpc>
              <a:spcBef>
                <a:spcPts val="1000"/>
              </a:spcBef>
              <a:buFont typeface="Arial" panose="020B0604020202020204" pitchFamily="34" charset="0"/>
              <a:buNone/>
              <a:defRPr sz="1800" kern="1200">
                <a:solidFill>
                  <a:schemeClr val="tx2"/>
                </a:solidFill>
                <a:latin typeface="+mn-lt"/>
                <a:ea typeface="+mn-ea"/>
                <a:cs typeface="+mn-cs"/>
              </a:defRPr>
            </a:lvl1pPr>
            <a:lvl2pPr marL="457200" indent="0" algn="ctr" defTabSz="914400" rtl="0" eaLnBrk="1" latinLnBrk="0" hangingPunct="1">
              <a:lnSpc>
                <a:spcPct val="120000"/>
              </a:lnSpc>
              <a:spcBef>
                <a:spcPts val="500"/>
              </a:spcBef>
              <a:buFont typeface="Arial" panose="020B0604020202020204" pitchFamily="34" charset="0"/>
              <a:buNone/>
              <a:defRPr sz="1800" kern="1200">
                <a:solidFill>
                  <a:schemeClr val="tx2"/>
                </a:solidFill>
                <a:latin typeface="+mn-lt"/>
                <a:ea typeface="+mn-ea"/>
                <a:cs typeface="+mn-cs"/>
              </a:defRPr>
            </a:lvl2pPr>
            <a:lvl3pPr marL="914400" indent="0" algn="ctr" defTabSz="914400" rtl="0" eaLnBrk="1" latinLnBrk="0" hangingPunct="1">
              <a:lnSpc>
                <a:spcPct val="120000"/>
              </a:lnSpc>
              <a:spcBef>
                <a:spcPts val="500"/>
              </a:spcBef>
              <a:buFont typeface="Arial" panose="020B0604020202020204" pitchFamily="34" charset="0"/>
              <a:buNone/>
              <a:defRPr sz="1800" kern="1200">
                <a:solidFill>
                  <a:schemeClr val="tx2"/>
                </a:solidFill>
                <a:latin typeface="+mn-lt"/>
                <a:ea typeface="+mn-ea"/>
                <a:cs typeface="+mn-cs"/>
              </a:defRPr>
            </a:lvl3pPr>
            <a:lvl4pPr marL="1371600" indent="0" algn="ctr" defTabSz="914400" rtl="0" eaLnBrk="1" latinLnBrk="0" hangingPunct="1">
              <a:lnSpc>
                <a:spcPct val="120000"/>
              </a:lnSpc>
              <a:spcBef>
                <a:spcPts val="500"/>
              </a:spcBef>
              <a:buFont typeface="Arial" panose="020B0604020202020204" pitchFamily="34" charset="0"/>
              <a:buNone/>
              <a:defRPr sz="1600" kern="1200">
                <a:solidFill>
                  <a:schemeClr val="tx2"/>
                </a:solidFill>
                <a:latin typeface="+mn-lt"/>
                <a:ea typeface="+mn-ea"/>
                <a:cs typeface="+mn-cs"/>
              </a:defRPr>
            </a:lvl4pPr>
            <a:lvl5pPr marL="1828800" indent="0" algn="ctr" defTabSz="914400" rtl="0" eaLnBrk="1" latinLnBrk="0" hangingPunct="1">
              <a:lnSpc>
                <a:spcPct val="120000"/>
              </a:lnSpc>
              <a:spcBef>
                <a:spcPts val="500"/>
              </a:spcBef>
              <a:buFont typeface="Arial" panose="020B0604020202020204" pitchFamily="34" charset="0"/>
              <a:buNone/>
              <a:defRPr sz="1600" kern="1200">
                <a:solidFill>
                  <a:schemeClr val="tx2"/>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sz="2800" b="1" dirty="0"/>
              <a:t>Setting up and Changing the config file</a:t>
            </a:r>
            <a:endParaRPr lang="en-US" dirty="0"/>
          </a:p>
        </p:txBody>
      </p:sp>
    </p:spTree>
    <p:extLst>
      <p:ext uri="{BB962C8B-B14F-4D97-AF65-F5344CB8AC3E}">
        <p14:creationId xmlns:p14="http://schemas.microsoft.com/office/powerpoint/2010/main" val="26107096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3E94DE-81B4-3C18-F7B9-6ACADBB1DA83}"/>
              </a:ext>
            </a:extLst>
          </p:cNvPr>
          <p:cNvSpPr>
            <a:spLocks noGrp="1"/>
          </p:cNvSpPr>
          <p:nvPr>
            <p:ph type="title"/>
          </p:nvPr>
        </p:nvSpPr>
        <p:spPr/>
        <p:txBody>
          <a:bodyPr/>
          <a:lstStyle/>
          <a:p>
            <a:r>
              <a:rPr lang="en-US" dirty="0"/>
              <a:t>Subject + Hand + activity + additional info </a:t>
            </a:r>
          </a:p>
        </p:txBody>
      </p:sp>
      <p:sp>
        <p:nvSpPr>
          <p:cNvPr id="3" name="Subtitle 2">
            <a:extLst>
              <a:ext uri="{FF2B5EF4-FFF2-40B4-BE49-F238E27FC236}">
                <a16:creationId xmlns:a16="http://schemas.microsoft.com/office/drawing/2014/main" id="{4EA29057-D51A-7F59-2D67-2EA3C850AFEF}"/>
              </a:ext>
            </a:extLst>
          </p:cNvPr>
          <p:cNvSpPr>
            <a:spLocks noGrp="1"/>
          </p:cNvSpPr>
          <p:nvPr>
            <p:ph type="body" idx="1"/>
          </p:nvPr>
        </p:nvSpPr>
        <p:spPr/>
        <p:txBody>
          <a:bodyPr/>
          <a:lstStyle/>
          <a:p>
            <a:r>
              <a:rPr lang="en-US" dirty="0"/>
              <a:t>Talk about the watch and get the WADA slides here</a:t>
            </a:r>
          </a:p>
        </p:txBody>
      </p:sp>
    </p:spTree>
    <p:extLst>
      <p:ext uri="{BB962C8B-B14F-4D97-AF65-F5344CB8AC3E}">
        <p14:creationId xmlns:p14="http://schemas.microsoft.com/office/powerpoint/2010/main" val="41197140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6EB8AF-8D3A-E54D-3EAF-18FDAFE596B1}"/>
            </a:ext>
          </a:extLst>
        </p:cNvPr>
        <p:cNvGrpSpPr/>
        <p:nvPr/>
      </p:nvGrpSpPr>
      <p:grpSpPr>
        <a:xfrm>
          <a:off x="0" y="0"/>
          <a:ext cx="0" cy="0"/>
          <a:chOff x="0" y="0"/>
          <a:chExt cx="0" cy="0"/>
        </a:xfrm>
      </p:grpSpPr>
      <p:pic>
        <p:nvPicPr>
          <p:cNvPr id="7" name="Picture 2" descr="D:\Wada Tool\Screen Shots\droid@screen-2.png">
            <a:extLst>
              <a:ext uri="{FF2B5EF4-FFF2-40B4-BE49-F238E27FC236}">
                <a16:creationId xmlns:a16="http://schemas.microsoft.com/office/drawing/2014/main" id="{78392E53-9904-A4BF-1335-2A1C7503692F}"/>
              </a:ext>
            </a:extLst>
          </p:cNvPr>
          <p:cNvPicPr>
            <a:picLocks noChangeAspect="1" noChangeArrowheads="1"/>
          </p:cNvPicPr>
          <p:nvPr/>
        </p:nvPicPr>
        <p:blipFill>
          <a:blip r:embed="rId2" cstate="print"/>
          <a:srcRect/>
          <a:stretch>
            <a:fillRect/>
          </a:stretch>
        </p:blipFill>
        <p:spPr bwMode="auto">
          <a:xfrm>
            <a:off x="7118684" y="1905000"/>
            <a:ext cx="3048000" cy="3048000"/>
          </a:xfrm>
          <a:prstGeom prst="rect">
            <a:avLst/>
          </a:prstGeom>
          <a:noFill/>
        </p:spPr>
      </p:pic>
      <p:sp>
        <p:nvSpPr>
          <p:cNvPr id="8" name="Rectangle 7">
            <a:extLst>
              <a:ext uri="{FF2B5EF4-FFF2-40B4-BE49-F238E27FC236}">
                <a16:creationId xmlns:a16="http://schemas.microsoft.com/office/drawing/2014/main" id="{D213A05A-CEE5-9A7C-2C4F-8FACD8448F26}"/>
              </a:ext>
            </a:extLst>
          </p:cNvPr>
          <p:cNvSpPr/>
          <p:nvPr/>
        </p:nvSpPr>
        <p:spPr>
          <a:xfrm>
            <a:off x="7042484" y="1828800"/>
            <a:ext cx="3200400" cy="381000"/>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ular Callout 6">
            <a:extLst>
              <a:ext uri="{FF2B5EF4-FFF2-40B4-BE49-F238E27FC236}">
                <a16:creationId xmlns:a16="http://schemas.microsoft.com/office/drawing/2014/main" id="{18937D2F-DAE3-3401-96CC-D270443EC21C}"/>
              </a:ext>
            </a:extLst>
          </p:cNvPr>
          <p:cNvSpPr/>
          <p:nvPr/>
        </p:nvSpPr>
        <p:spPr>
          <a:xfrm>
            <a:off x="10166684" y="1143000"/>
            <a:ext cx="1524000" cy="381000"/>
          </a:xfrm>
          <a:prstGeom prst="wedgeRectCallout">
            <a:avLst>
              <a:gd name="adj1" fmla="val -97796"/>
              <a:gd name="adj2" fmla="val 154463"/>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Annotations</a:t>
            </a:r>
          </a:p>
        </p:txBody>
      </p:sp>
      <p:sp>
        <p:nvSpPr>
          <p:cNvPr id="10" name="Rectangle 9">
            <a:extLst>
              <a:ext uri="{FF2B5EF4-FFF2-40B4-BE49-F238E27FC236}">
                <a16:creationId xmlns:a16="http://schemas.microsoft.com/office/drawing/2014/main" id="{76C10667-A65B-9C1D-3356-42ACC4BB0CDA}"/>
              </a:ext>
            </a:extLst>
          </p:cNvPr>
          <p:cNvSpPr/>
          <p:nvPr/>
        </p:nvSpPr>
        <p:spPr>
          <a:xfrm>
            <a:off x="7042484" y="2286000"/>
            <a:ext cx="3200400" cy="13716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ular Callout 8">
            <a:extLst>
              <a:ext uri="{FF2B5EF4-FFF2-40B4-BE49-F238E27FC236}">
                <a16:creationId xmlns:a16="http://schemas.microsoft.com/office/drawing/2014/main" id="{E4FF0C49-E1D8-E7AC-BA0F-7C3151FD84B7}"/>
              </a:ext>
            </a:extLst>
          </p:cNvPr>
          <p:cNvSpPr/>
          <p:nvPr/>
        </p:nvSpPr>
        <p:spPr>
          <a:xfrm flipH="1">
            <a:off x="3994484" y="1620642"/>
            <a:ext cx="2667000" cy="838200"/>
          </a:xfrm>
          <a:prstGeom prst="wedgeRectCallout">
            <a:avLst>
              <a:gd name="adj1" fmla="val -69517"/>
              <a:gd name="adj2" fmla="val 135093"/>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rPr>
              <a:t>Start / Stop button:</a:t>
            </a:r>
          </a:p>
          <a:p>
            <a:pPr algn="ctr"/>
            <a:r>
              <a:rPr lang="en-US" dirty="0">
                <a:solidFill>
                  <a:schemeClr val="tx1"/>
                </a:solidFill>
              </a:rPr>
              <a:t>to start and stop data collection</a:t>
            </a:r>
          </a:p>
        </p:txBody>
      </p:sp>
      <p:sp>
        <p:nvSpPr>
          <p:cNvPr id="12" name="Rectangle 11">
            <a:extLst>
              <a:ext uri="{FF2B5EF4-FFF2-40B4-BE49-F238E27FC236}">
                <a16:creationId xmlns:a16="http://schemas.microsoft.com/office/drawing/2014/main" id="{D12C26E1-E5E6-6928-7C00-89F16DC11F61}"/>
              </a:ext>
            </a:extLst>
          </p:cNvPr>
          <p:cNvSpPr/>
          <p:nvPr/>
        </p:nvSpPr>
        <p:spPr>
          <a:xfrm>
            <a:off x="7118684" y="3733800"/>
            <a:ext cx="990600" cy="762000"/>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2006CFD-D857-F0B3-F909-93DC573C6554}"/>
              </a:ext>
            </a:extLst>
          </p:cNvPr>
          <p:cNvSpPr/>
          <p:nvPr/>
        </p:nvSpPr>
        <p:spPr>
          <a:xfrm>
            <a:off x="8185484" y="3733800"/>
            <a:ext cx="914400" cy="762000"/>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D3E79E8-54A8-9923-28C9-945668AE6AC7}"/>
              </a:ext>
            </a:extLst>
          </p:cNvPr>
          <p:cNvSpPr/>
          <p:nvPr/>
        </p:nvSpPr>
        <p:spPr>
          <a:xfrm>
            <a:off x="9176084" y="3733800"/>
            <a:ext cx="990600" cy="762000"/>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ular Callout 13">
            <a:extLst>
              <a:ext uri="{FF2B5EF4-FFF2-40B4-BE49-F238E27FC236}">
                <a16:creationId xmlns:a16="http://schemas.microsoft.com/office/drawing/2014/main" id="{99DBC523-38B0-98D8-1119-DB989477548F}"/>
              </a:ext>
            </a:extLst>
          </p:cNvPr>
          <p:cNvSpPr/>
          <p:nvPr/>
        </p:nvSpPr>
        <p:spPr>
          <a:xfrm flipH="1">
            <a:off x="4756484" y="3886200"/>
            <a:ext cx="1600200" cy="685800"/>
          </a:xfrm>
          <a:prstGeom prst="wedgeRectCallout">
            <a:avLst>
              <a:gd name="adj1" fmla="val -101496"/>
              <a:gd name="adj2" fmla="val -7032"/>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Refresh the display</a:t>
            </a:r>
          </a:p>
        </p:txBody>
      </p:sp>
      <p:sp>
        <p:nvSpPr>
          <p:cNvPr id="16" name="Rectangular Callout 14">
            <a:extLst>
              <a:ext uri="{FF2B5EF4-FFF2-40B4-BE49-F238E27FC236}">
                <a16:creationId xmlns:a16="http://schemas.microsoft.com/office/drawing/2014/main" id="{A1DB9AC8-22D7-2184-CE61-C4F81911BCD6}"/>
              </a:ext>
            </a:extLst>
          </p:cNvPr>
          <p:cNvSpPr/>
          <p:nvPr/>
        </p:nvSpPr>
        <p:spPr>
          <a:xfrm flipH="1">
            <a:off x="9404684" y="5715000"/>
            <a:ext cx="2667000" cy="609600"/>
          </a:xfrm>
          <a:prstGeom prst="wedgeRectCallout">
            <a:avLst>
              <a:gd name="adj1" fmla="val 37506"/>
              <a:gd name="adj2" fmla="val -270584"/>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Brings a new display for setting annotations</a:t>
            </a:r>
          </a:p>
        </p:txBody>
      </p:sp>
      <p:sp>
        <p:nvSpPr>
          <p:cNvPr id="17" name="Rectangular Callout 15">
            <a:extLst>
              <a:ext uri="{FF2B5EF4-FFF2-40B4-BE49-F238E27FC236}">
                <a16:creationId xmlns:a16="http://schemas.microsoft.com/office/drawing/2014/main" id="{97EA774F-9ADD-FEFE-338E-FA21EA394615}"/>
              </a:ext>
            </a:extLst>
          </p:cNvPr>
          <p:cNvSpPr/>
          <p:nvPr/>
        </p:nvSpPr>
        <p:spPr>
          <a:xfrm flipH="1">
            <a:off x="5137484" y="5715000"/>
            <a:ext cx="2667000" cy="609600"/>
          </a:xfrm>
          <a:prstGeom prst="wedgeRectCallout">
            <a:avLst>
              <a:gd name="adj1" fmla="val -75285"/>
              <a:gd name="adj2" fmla="val -264976"/>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Brings a new display for data</a:t>
            </a:r>
          </a:p>
        </p:txBody>
      </p:sp>
      <p:sp>
        <p:nvSpPr>
          <p:cNvPr id="4" name="Rectangle 3">
            <a:extLst>
              <a:ext uri="{FF2B5EF4-FFF2-40B4-BE49-F238E27FC236}">
                <a16:creationId xmlns:a16="http://schemas.microsoft.com/office/drawing/2014/main" id="{10811C8D-4825-96D1-2D48-9A0B1B629B68}"/>
              </a:ext>
            </a:extLst>
          </p:cNvPr>
          <p:cNvSpPr/>
          <p:nvPr/>
        </p:nvSpPr>
        <p:spPr>
          <a:xfrm>
            <a:off x="7132319" y="1935479"/>
            <a:ext cx="2979419" cy="24384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100" b="1" dirty="0" err="1">
                <a:solidFill>
                  <a:srgbClr val="FFFFFF"/>
                </a:solidFill>
              </a:rPr>
              <a:t>Subject_Placement_Activity_None</a:t>
            </a:r>
          </a:p>
        </p:txBody>
      </p:sp>
      <p:sp>
        <p:nvSpPr>
          <p:cNvPr id="18" name="Title 3">
            <a:extLst>
              <a:ext uri="{FF2B5EF4-FFF2-40B4-BE49-F238E27FC236}">
                <a16:creationId xmlns:a16="http://schemas.microsoft.com/office/drawing/2014/main" id="{B890341E-565C-5437-F0D0-C448D4C37603}"/>
              </a:ext>
            </a:extLst>
          </p:cNvPr>
          <p:cNvSpPr txBox="1">
            <a:spLocks/>
          </p:cNvSpPr>
          <p:nvPr/>
        </p:nvSpPr>
        <p:spPr>
          <a:xfrm>
            <a:off x="457201" y="318582"/>
            <a:ext cx="11122507" cy="116263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7200" kern="1200" cap="all" baseline="0">
                <a:solidFill>
                  <a:schemeClr val="accent1"/>
                </a:solidFill>
                <a:latin typeface="+mj-lt"/>
                <a:ea typeface="+mj-ea"/>
                <a:cs typeface="+mj-cs"/>
              </a:defRPr>
            </a:lvl1pPr>
          </a:lstStyle>
          <a:p>
            <a:r>
              <a:rPr lang="en-US" sz="4400" dirty="0">
                <a:solidFill>
                  <a:srgbClr val="131313"/>
                </a:solidFill>
              </a:rPr>
              <a:t>Wada home after config</a:t>
            </a:r>
            <a:endParaRPr lang="en-US" dirty="0"/>
          </a:p>
        </p:txBody>
      </p:sp>
    </p:spTree>
    <p:extLst>
      <p:ext uri="{BB962C8B-B14F-4D97-AF65-F5344CB8AC3E}">
        <p14:creationId xmlns:p14="http://schemas.microsoft.com/office/powerpoint/2010/main" val="22331620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C4A1366C-D6E7-4262-996C-F66E1BF5F2B3}"/>
              </a:ext>
            </a:extLst>
          </p:cNvPr>
          <p:cNvSpPr>
            <a:spLocks noGrp="1"/>
          </p:cNvSpPr>
          <p:nvPr>
            <p:ph sz="quarter" idx="13"/>
          </p:nvPr>
        </p:nvSpPr>
        <p:spPr>
          <a:xfrm>
            <a:off x="5921045" y="1716192"/>
            <a:ext cx="6100623" cy="2003982"/>
          </a:xfrm>
        </p:spPr>
        <p:txBody>
          <a:bodyPr vert="horz" lIns="91440" tIns="45720" rIns="91440" bIns="45720" rtlCol="0" anchor="t">
            <a:normAutofit fontScale="85000" lnSpcReduction="10000"/>
          </a:bodyPr>
          <a:lstStyle/>
          <a:p>
            <a:pPr marL="228600" lvl="1" indent="0">
              <a:buNone/>
            </a:pPr>
            <a:r>
              <a:rPr lang="en-US" sz="2400" b="1" dirty="0"/>
              <a:t>Subject</a:t>
            </a:r>
            <a:r>
              <a:rPr lang="en-US" sz="2400" dirty="0"/>
              <a:t>: Person performing the activity</a:t>
            </a:r>
            <a:endParaRPr lang="en-US" dirty="0"/>
          </a:p>
          <a:p>
            <a:pPr marL="228600" lvl="1" indent="0">
              <a:buNone/>
            </a:pPr>
            <a:r>
              <a:rPr lang="en-US" sz="2400" b="1"/>
              <a:t>Placement:</a:t>
            </a:r>
            <a:r>
              <a:rPr lang="en-US" sz="2400"/>
              <a:t> Left/Right hand the watch is on</a:t>
            </a:r>
            <a:endParaRPr lang="en-US"/>
          </a:p>
          <a:p>
            <a:pPr marL="228600" lvl="1" indent="0">
              <a:buNone/>
            </a:pPr>
            <a:r>
              <a:rPr lang="en-US" sz="2400" b="1" dirty="0"/>
              <a:t>Activity</a:t>
            </a:r>
            <a:r>
              <a:rPr lang="en-US" sz="2400" dirty="0"/>
              <a:t>: The activity for which data is being collected</a:t>
            </a:r>
          </a:p>
          <a:p>
            <a:pPr marL="228600" lvl="1" indent="0">
              <a:buNone/>
            </a:pPr>
            <a:r>
              <a:rPr lang="en-US" sz="2400" b="1" dirty="0"/>
              <a:t>Additional information</a:t>
            </a:r>
            <a:r>
              <a:rPr lang="en-US" sz="2400" dirty="0"/>
              <a:t>: Additional information if any. </a:t>
            </a:r>
            <a:endParaRPr lang="en-US" sz="3000"/>
          </a:p>
        </p:txBody>
      </p:sp>
      <p:pic>
        <p:nvPicPr>
          <p:cNvPr id="6" name="Picture 2" descr="D:\Wada Tool\Screen Shots\droid@screen-2.png">
            <a:extLst>
              <a:ext uri="{FF2B5EF4-FFF2-40B4-BE49-F238E27FC236}">
                <a16:creationId xmlns:a16="http://schemas.microsoft.com/office/drawing/2014/main" id="{7B4349FF-5CC3-7E4F-E523-614B72B2FD9C}"/>
              </a:ext>
            </a:extLst>
          </p:cNvPr>
          <p:cNvPicPr>
            <a:picLocks noChangeAspect="1" noChangeArrowheads="1"/>
          </p:cNvPicPr>
          <p:nvPr/>
        </p:nvPicPr>
        <p:blipFill>
          <a:blip r:embed="rId3" cstate="print"/>
          <a:srcRect/>
          <a:stretch>
            <a:fillRect/>
          </a:stretch>
        </p:blipFill>
        <p:spPr bwMode="auto">
          <a:xfrm>
            <a:off x="2514735" y="3809492"/>
            <a:ext cx="3048000" cy="2895600"/>
          </a:xfrm>
          <a:prstGeom prst="rect">
            <a:avLst/>
          </a:prstGeom>
          <a:noFill/>
        </p:spPr>
      </p:pic>
      <p:grpSp>
        <p:nvGrpSpPr>
          <p:cNvPr id="7" name="Group 6">
            <a:extLst>
              <a:ext uri="{FF2B5EF4-FFF2-40B4-BE49-F238E27FC236}">
                <a16:creationId xmlns:a16="http://schemas.microsoft.com/office/drawing/2014/main" id="{1BF6CAB4-BB69-4F62-3512-E89CDED9A2B5}"/>
              </a:ext>
            </a:extLst>
          </p:cNvPr>
          <p:cNvGrpSpPr/>
          <p:nvPr/>
        </p:nvGrpSpPr>
        <p:grpSpPr>
          <a:xfrm>
            <a:off x="3048000" y="1905000"/>
            <a:ext cx="3048000" cy="1905794"/>
            <a:chOff x="685006" y="1905000"/>
            <a:chExt cx="3124994" cy="1905794"/>
          </a:xfrm>
        </p:grpSpPr>
        <p:cxnSp>
          <p:nvCxnSpPr>
            <p:cNvPr id="8" name="Straight Arrow Connector 7">
              <a:extLst>
                <a:ext uri="{FF2B5EF4-FFF2-40B4-BE49-F238E27FC236}">
                  <a16:creationId xmlns:a16="http://schemas.microsoft.com/office/drawing/2014/main" id="{FC899842-E38B-F154-33FC-6C3CF59DC200}"/>
                </a:ext>
              </a:extLst>
            </p:cNvPr>
            <p:cNvCxnSpPr/>
            <p:nvPr/>
          </p:nvCxnSpPr>
          <p:spPr>
            <a:xfrm rot="5400000">
              <a:off x="-267494" y="2857500"/>
              <a:ext cx="1905794" cy="794"/>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6E4F1A0-532D-4108-2588-3D2B4BB9F7F1}"/>
                </a:ext>
              </a:extLst>
            </p:cNvPr>
            <p:cNvCxnSpPr/>
            <p:nvPr/>
          </p:nvCxnSpPr>
          <p:spPr>
            <a:xfrm>
              <a:off x="685800" y="1905000"/>
              <a:ext cx="3124200" cy="1588"/>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grpSp>
      <p:grpSp>
        <p:nvGrpSpPr>
          <p:cNvPr id="10" name="Group 9">
            <a:extLst>
              <a:ext uri="{FF2B5EF4-FFF2-40B4-BE49-F238E27FC236}">
                <a16:creationId xmlns:a16="http://schemas.microsoft.com/office/drawing/2014/main" id="{87235187-9861-D33C-CF7F-0EFA9CD418DF}"/>
              </a:ext>
            </a:extLst>
          </p:cNvPr>
          <p:cNvGrpSpPr/>
          <p:nvPr/>
        </p:nvGrpSpPr>
        <p:grpSpPr>
          <a:xfrm>
            <a:off x="3649980" y="2315686"/>
            <a:ext cx="2446020" cy="1494314"/>
            <a:chOff x="685006" y="1905000"/>
            <a:chExt cx="3124994" cy="1905794"/>
          </a:xfrm>
        </p:grpSpPr>
        <p:cxnSp>
          <p:nvCxnSpPr>
            <p:cNvPr id="11" name="Straight Arrow Connector 10">
              <a:extLst>
                <a:ext uri="{FF2B5EF4-FFF2-40B4-BE49-F238E27FC236}">
                  <a16:creationId xmlns:a16="http://schemas.microsoft.com/office/drawing/2014/main" id="{9CDB3D8E-4722-2866-38A9-4615AC098AD0}"/>
                </a:ext>
              </a:extLst>
            </p:cNvPr>
            <p:cNvCxnSpPr/>
            <p:nvPr/>
          </p:nvCxnSpPr>
          <p:spPr>
            <a:xfrm rot="5400000">
              <a:off x="-267494" y="2857500"/>
              <a:ext cx="1905794" cy="794"/>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A4BD456F-7DE6-4493-E23B-797E8D0E04FF}"/>
                </a:ext>
              </a:extLst>
            </p:cNvPr>
            <p:cNvCxnSpPr/>
            <p:nvPr/>
          </p:nvCxnSpPr>
          <p:spPr>
            <a:xfrm>
              <a:off x="685800" y="1905000"/>
              <a:ext cx="3124200" cy="1588"/>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grpSp>
      <p:grpSp>
        <p:nvGrpSpPr>
          <p:cNvPr id="13" name="Group 12">
            <a:extLst>
              <a:ext uri="{FF2B5EF4-FFF2-40B4-BE49-F238E27FC236}">
                <a16:creationId xmlns:a16="http://schemas.microsoft.com/office/drawing/2014/main" id="{F09AED62-E020-4928-3AFD-99A01799D60F}"/>
              </a:ext>
            </a:extLst>
          </p:cNvPr>
          <p:cNvGrpSpPr/>
          <p:nvPr/>
        </p:nvGrpSpPr>
        <p:grpSpPr>
          <a:xfrm>
            <a:off x="4267200" y="2720340"/>
            <a:ext cx="1828800" cy="1089660"/>
            <a:chOff x="685006" y="1905000"/>
            <a:chExt cx="3124994" cy="1905794"/>
          </a:xfrm>
        </p:grpSpPr>
        <p:cxnSp>
          <p:nvCxnSpPr>
            <p:cNvPr id="14" name="Straight Arrow Connector 13">
              <a:extLst>
                <a:ext uri="{FF2B5EF4-FFF2-40B4-BE49-F238E27FC236}">
                  <a16:creationId xmlns:a16="http://schemas.microsoft.com/office/drawing/2014/main" id="{9C8609EC-14BC-0BEC-18A1-026C4069F361}"/>
                </a:ext>
              </a:extLst>
            </p:cNvPr>
            <p:cNvCxnSpPr/>
            <p:nvPr/>
          </p:nvCxnSpPr>
          <p:spPr>
            <a:xfrm rot="5400000">
              <a:off x="-267494" y="2857500"/>
              <a:ext cx="1905794" cy="794"/>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D7408120-2F90-29D9-6AE1-A0A8EC0E705C}"/>
                </a:ext>
              </a:extLst>
            </p:cNvPr>
            <p:cNvCxnSpPr/>
            <p:nvPr/>
          </p:nvCxnSpPr>
          <p:spPr>
            <a:xfrm>
              <a:off x="685800" y="1905000"/>
              <a:ext cx="3124200" cy="1588"/>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grpSp>
      <p:grpSp>
        <p:nvGrpSpPr>
          <p:cNvPr id="16" name="Group 15">
            <a:extLst>
              <a:ext uri="{FF2B5EF4-FFF2-40B4-BE49-F238E27FC236}">
                <a16:creationId xmlns:a16="http://schemas.microsoft.com/office/drawing/2014/main" id="{D507F1AC-C7D5-3D3F-C9A6-90CC2A0A33B4}"/>
              </a:ext>
            </a:extLst>
          </p:cNvPr>
          <p:cNvGrpSpPr/>
          <p:nvPr/>
        </p:nvGrpSpPr>
        <p:grpSpPr>
          <a:xfrm>
            <a:off x="4869180" y="3124200"/>
            <a:ext cx="1226820" cy="685800"/>
            <a:chOff x="685006" y="1905000"/>
            <a:chExt cx="3124994" cy="1905794"/>
          </a:xfrm>
        </p:grpSpPr>
        <p:cxnSp>
          <p:nvCxnSpPr>
            <p:cNvPr id="17" name="Straight Arrow Connector 16">
              <a:extLst>
                <a:ext uri="{FF2B5EF4-FFF2-40B4-BE49-F238E27FC236}">
                  <a16:creationId xmlns:a16="http://schemas.microsoft.com/office/drawing/2014/main" id="{CD134218-B4BF-665A-4D56-1AB9FDAC9EF4}"/>
                </a:ext>
              </a:extLst>
            </p:cNvPr>
            <p:cNvCxnSpPr/>
            <p:nvPr/>
          </p:nvCxnSpPr>
          <p:spPr>
            <a:xfrm rot="5400000">
              <a:off x="-267494" y="2857500"/>
              <a:ext cx="1905794" cy="794"/>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168B30C2-5C28-9CC9-4D07-17B256E3D7C4}"/>
                </a:ext>
              </a:extLst>
            </p:cNvPr>
            <p:cNvCxnSpPr/>
            <p:nvPr/>
          </p:nvCxnSpPr>
          <p:spPr>
            <a:xfrm>
              <a:off x="685800" y="1905000"/>
              <a:ext cx="3124200" cy="1588"/>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grpSp>
      <p:sp>
        <p:nvSpPr>
          <p:cNvPr id="19" name="Rectangle 18">
            <a:extLst>
              <a:ext uri="{FF2B5EF4-FFF2-40B4-BE49-F238E27FC236}">
                <a16:creationId xmlns:a16="http://schemas.microsoft.com/office/drawing/2014/main" id="{25FDED44-EB5B-691C-7685-91064DEA3492}"/>
              </a:ext>
            </a:extLst>
          </p:cNvPr>
          <p:cNvSpPr/>
          <p:nvPr/>
        </p:nvSpPr>
        <p:spPr>
          <a:xfrm>
            <a:off x="2514599" y="3809999"/>
            <a:ext cx="2979419" cy="24384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100" b="1" dirty="0" err="1">
                <a:solidFill>
                  <a:srgbClr val="FFFFFF"/>
                </a:solidFill>
              </a:rPr>
              <a:t>Subject_Placement_Activity_None</a:t>
            </a:r>
          </a:p>
        </p:txBody>
      </p:sp>
      <p:sp>
        <p:nvSpPr>
          <p:cNvPr id="21" name="Title 3">
            <a:extLst>
              <a:ext uri="{FF2B5EF4-FFF2-40B4-BE49-F238E27FC236}">
                <a16:creationId xmlns:a16="http://schemas.microsoft.com/office/drawing/2014/main" id="{EBFBD40C-88B5-1B3A-0EFD-9A6771B6007B}"/>
              </a:ext>
            </a:extLst>
          </p:cNvPr>
          <p:cNvSpPr txBox="1">
            <a:spLocks/>
          </p:cNvSpPr>
          <p:nvPr/>
        </p:nvSpPr>
        <p:spPr>
          <a:xfrm>
            <a:off x="457201" y="318582"/>
            <a:ext cx="11122507" cy="116263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7200" kern="1200" cap="all" baseline="0">
                <a:solidFill>
                  <a:schemeClr val="accent1"/>
                </a:solidFill>
                <a:latin typeface="+mj-lt"/>
                <a:ea typeface="+mj-ea"/>
                <a:cs typeface="+mj-cs"/>
              </a:defRPr>
            </a:lvl1pPr>
          </a:lstStyle>
          <a:p>
            <a:r>
              <a:rPr lang="en-US" sz="4400" dirty="0">
                <a:solidFill>
                  <a:srgbClr val="131313"/>
                </a:solidFill>
              </a:rPr>
              <a:t>annotations</a:t>
            </a:r>
            <a:endParaRPr lang="en-US" dirty="0"/>
          </a:p>
        </p:txBody>
      </p:sp>
    </p:spTree>
    <p:extLst>
      <p:ext uri="{BB962C8B-B14F-4D97-AF65-F5344CB8AC3E}">
        <p14:creationId xmlns:p14="http://schemas.microsoft.com/office/powerpoint/2010/main" val="19684929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6" descr="D:\Wada Tool\Screen Shots\droid@screen-3.png">
            <a:extLst>
              <a:ext uri="{FF2B5EF4-FFF2-40B4-BE49-F238E27FC236}">
                <a16:creationId xmlns:a16="http://schemas.microsoft.com/office/drawing/2014/main" id="{E5956B3E-9D63-A788-812B-17758673BD89}"/>
              </a:ext>
            </a:extLst>
          </p:cNvPr>
          <p:cNvPicPr>
            <a:picLocks noChangeAspect="1" noChangeArrowheads="1"/>
          </p:cNvPicPr>
          <p:nvPr/>
        </p:nvPicPr>
        <p:blipFill>
          <a:blip r:embed="rId3" cstate="print"/>
          <a:srcRect/>
          <a:stretch>
            <a:fillRect/>
          </a:stretch>
        </p:blipFill>
        <p:spPr bwMode="auto">
          <a:xfrm>
            <a:off x="4602480" y="1638062"/>
            <a:ext cx="1219200" cy="1219200"/>
          </a:xfrm>
          <a:prstGeom prst="rect">
            <a:avLst/>
          </a:prstGeom>
          <a:noFill/>
          <a:ln>
            <a:solidFill>
              <a:schemeClr val="tx1"/>
            </a:solidFill>
          </a:ln>
        </p:spPr>
      </p:pic>
      <p:pic>
        <p:nvPicPr>
          <p:cNvPr id="6" name="Picture 7" descr="D:\Wada Tool\Screen Shots\droid@screen-4.png">
            <a:extLst>
              <a:ext uri="{FF2B5EF4-FFF2-40B4-BE49-F238E27FC236}">
                <a16:creationId xmlns:a16="http://schemas.microsoft.com/office/drawing/2014/main" id="{05606F3B-E9BD-54D2-4EA1-8297AD11CD01}"/>
              </a:ext>
            </a:extLst>
          </p:cNvPr>
          <p:cNvPicPr>
            <a:picLocks noChangeAspect="1" noChangeArrowheads="1"/>
          </p:cNvPicPr>
          <p:nvPr/>
        </p:nvPicPr>
        <p:blipFill>
          <a:blip r:embed="rId4" cstate="print"/>
          <a:srcRect/>
          <a:stretch>
            <a:fillRect/>
          </a:stretch>
        </p:blipFill>
        <p:spPr bwMode="auto">
          <a:xfrm>
            <a:off x="6659880" y="1638062"/>
            <a:ext cx="1219200" cy="1219200"/>
          </a:xfrm>
          <a:prstGeom prst="rect">
            <a:avLst/>
          </a:prstGeom>
          <a:noFill/>
          <a:ln>
            <a:solidFill>
              <a:schemeClr val="tx1"/>
            </a:solidFill>
          </a:ln>
        </p:spPr>
      </p:pic>
      <p:pic>
        <p:nvPicPr>
          <p:cNvPr id="7" name="Picture 8" descr="D:\Wada Tool\Screen Shots\droid@screen-5.png">
            <a:extLst>
              <a:ext uri="{FF2B5EF4-FFF2-40B4-BE49-F238E27FC236}">
                <a16:creationId xmlns:a16="http://schemas.microsoft.com/office/drawing/2014/main" id="{0375D996-AF51-F4F2-41DD-18C83830451A}"/>
              </a:ext>
            </a:extLst>
          </p:cNvPr>
          <p:cNvPicPr>
            <a:picLocks noChangeAspect="1" noChangeArrowheads="1"/>
          </p:cNvPicPr>
          <p:nvPr/>
        </p:nvPicPr>
        <p:blipFill>
          <a:blip r:embed="rId5" cstate="print"/>
          <a:srcRect/>
          <a:stretch>
            <a:fillRect/>
          </a:stretch>
        </p:blipFill>
        <p:spPr bwMode="auto">
          <a:xfrm>
            <a:off x="8717280" y="1638062"/>
            <a:ext cx="1219200" cy="1219200"/>
          </a:xfrm>
          <a:prstGeom prst="rect">
            <a:avLst/>
          </a:prstGeom>
          <a:noFill/>
          <a:ln>
            <a:solidFill>
              <a:schemeClr val="tx1"/>
            </a:solidFill>
          </a:ln>
        </p:spPr>
      </p:pic>
      <p:pic>
        <p:nvPicPr>
          <p:cNvPr id="8" name="Picture 9" descr="D:\Wada Tool\Screen Shots\droid@screen-2.png">
            <a:extLst>
              <a:ext uri="{FF2B5EF4-FFF2-40B4-BE49-F238E27FC236}">
                <a16:creationId xmlns:a16="http://schemas.microsoft.com/office/drawing/2014/main" id="{976500FD-D764-4804-8E65-5E542E1F94AA}"/>
              </a:ext>
            </a:extLst>
          </p:cNvPr>
          <p:cNvPicPr>
            <a:picLocks noChangeAspect="1" noChangeArrowheads="1"/>
          </p:cNvPicPr>
          <p:nvPr/>
        </p:nvPicPr>
        <p:blipFill>
          <a:blip r:embed="rId6" cstate="print"/>
          <a:srcRect/>
          <a:stretch>
            <a:fillRect/>
          </a:stretch>
        </p:blipFill>
        <p:spPr bwMode="auto">
          <a:xfrm>
            <a:off x="2545080" y="1638062"/>
            <a:ext cx="1219200" cy="1219200"/>
          </a:xfrm>
          <a:prstGeom prst="rect">
            <a:avLst/>
          </a:prstGeom>
          <a:noFill/>
          <a:ln>
            <a:solidFill>
              <a:schemeClr val="tx1"/>
            </a:solidFill>
          </a:ln>
        </p:spPr>
      </p:pic>
      <p:sp>
        <p:nvSpPr>
          <p:cNvPr id="9" name="Right Arrow 15">
            <a:extLst>
              <a:ext uri="{FF2B5EF4-FFF2-40B4-BE49-F238E27FC236}">
                <a16:creationId xmlns:a16="http://schemas.microsoft.com/office/drawing/2014/main" id="{10FC5A16-DB6F-B2A0-600B-D07EA47F385F}"/>
              </a:ext>
            </a:extLst>
          </p:cNvPr>
          <p:cNvSpPr/>
          <p:nvPr/>
        </p:nvSpPr>
        <p:spPr>
          <a:xfrm>
            <a:off x="3992880" y="2019062"/>
            <a:ext cx="381000" cy="304800"/>
          </a:xfrm>
          <a:prstGeom prst="righ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Arrow 16">
            <a:extLst>
              <a:ext uri="{FF2B5EF4-FFF2-40B4-BE49-F238E27FC236}">
                <a16:creationId xmlns:a16="http://schemas.microsoft.com/office/drawing/2014/main" id="{209D2153-49E3-BE3E-9FDD-39D39D7B27F5}"/>
              </a:ext>
            </a:extLst>
          </p:cNvPr>
          <p:cNvSpPr/>
          <p:nvPr/>
        </p:nvSpPr>
        <p:spPr>
          <a:xfrm>
            <a:off x="6050280" y="2019062"/>
            <a:ext cx="381000" cy="304800"/>
          </a:xfrm>
          <a:prstGeom prst="righ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ight Arrow 17">
            <a:extLst>
              <a:ext uri="{FF2B5EF4-FFF2-40B4-BE49-F238E27FC236}">
                <a16:creationId xmlns:a16="http://schemas.microsoft.com/office/drawing/2014/main" id="{3A528B4F-1411-8652-655B-EEF1FE175F90}"/>
              </a:ext>
            </a:extLst>
          </p:cNvPr>
          <p:cNvSpPr/>
          <p:nvPr/>
        </p:nvSpPr>
        <p:spPr>
          <a:xfrm>
            <a:off x="8107680" y="2019062"/>
            <a:ext cx="381000" cy="304800"/>
          </a:xfrm>
          <a:prstGeom prst="righ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urved Down Arrow 20">
            <a:extLst>
              <a:ext uri="{FF2B5EF4-FFF2-40B4-BE49-F238E27FC236}">
                <a16:creationId xmlns:a16="http://schemas.microsoft.com/office/drawing/2014/main" id="{2518A483-A4E1-4D2B-D3D8-C1F4BA4C381D}"/>
              </a:ext>
            </a:extLst>
          </p:cNvPr>
          <p:cNvSpPr/>
          <p:nvPr/>
        </p:nvSpPr>
        <p:spPr>
          <a:xfrm flipH="1">
            <a:off x="3002280" y="876062"/>
            <a:ext cx="6400800" cy="685800"/>
          </a:xfrm>
          <a:prstGeom prst="curved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TextBox 12">
            <a:extLst>
              <a:ext uri="{FF2B5EF4-FFF2-40B4-BE49-F238E27FC236}">
                <a16:creationId xmlns:a16="http://schemas.microsoft.com/office/drawing/2014/main" id="{A45AEB65-4520-3932-AA02-D49756D59696}"/>
              </a:ext>
            </a:extLst>
          </p:cNvPr>
          <p:cNvSpPr txBox="1"/>
          <p:nvPr/>
        </p:nvSpPr>
        <p:spPr>
          <a:xfrm>
            <a:off x="2316480" y="2933700"/>
            <a:ext cx="1676400" cy="1384995"/>
          </a:xfrm>
          <a:prstGeom prst="rect">
            <a:avLst/>
          </a:prstGeom>
          <a:noFill/>
        </p:spPr>
        <p:txBody>
          <a:bodyPr wrap="square" rtlCol="0">
            <a:spAutoFit/>
          </a:bodyPr>
          <a:lstStyle/>
          <a:p>
            <a:pPr algn="ctr"/>
            <a:r>
              <a:rPr lang="en-US" sz="1400" dirty="0"/>
              <a:t>Press Start, and start activity immediately.  The button is green when the start option is available</a:t>
            </a:r>
          </a:p>
        </p:txBody>
      </p:sp>
      <p:sp>
        <p:nvSpPr>
          <p:cNvPr id="14" name="TextBox 13">
            <a:extLst>
              <a:ext uri="{FF2B5EF4-FFF2-40B4-BE49-F238E27FC236}">
                <a16:creationId xmlns:a16="http://schemas.microsoft.com/office/drawing/2014/main" id="{14EB36F9-EC05-C20D-B8C2-11DA6D95641A}"/>
              </a:ext>
            </a:extLst>
          </p:cNvPr>
          <p:cNvSpPr txBox="1"/>
          <p:nvPr/>
        </p:nvSpPr>
        <p:spPr>
          <a:xfrm>
            <a:off x="4221480" y="2933700"/>
            <a:ext cx="1905000" cy="1600438"/>
          </a:xfrm>
          <a:prstGeom prst="rect">
            <a:avLst/>
          </a:prstGeom>
          <a:noFill/>
        </p:spPr>
        <p:txBody>
          <a:bodyPr wrap="square" rtlCol="0">
            <a:spAutoFit/>
          </a:bodyPr>
          <a:lstStyle/>
          <a:p>
            <a:pPr algn="ctr"/>
            <a:r>
              <a:rPr lang="en-US" sz="1400" dirty="0"/>
              <a:t>The button becomes white for a moment. Continue activity, no need to look at the watch after pressing the Start (green) button</a:t>
            </a:r>
          </a:p>
        </p:txBody>
      </p:sp>
      <p:sp>
        <p:nvSpPr>
          <p:cNvPr id="15" name="TextBox 14">
            <a:extLst>
              <a:ext uri="{FF2B5EF4-FFF2-40B4-BE49-F238E27FC236}">
                <a16:creationId xmlns:a16="http://schemas.microsoft.com/office/drawing/2014/main" id="{281AB93F-BF02-63F2-4333-AAEA47C46752}"/>
              </a:ext>
            </a:extLst>
          </p:cNvPr>
          <p:cNvSpPr txBox="1"/>
          <p:nvPr/>
        </p:nvSpPr>
        <p:spPr>
          <a:xfrm>
            <a:off x="6278880" y="2933700"/>
            <a:ext cx="1905000" cy="1600438"/>
          </a:xfrm>
          <a:prstGeom prst="rect">
            <a:avLst/>
          </a:prstGeom>
          <a:noFill/>
        </p:spPr>
        <p:txBody>
          <a:bodyPr wrap="square" rtlCol="0">
            <a:spAutoFit/>
          </a:bodyPr>
          <a:lstStyle/>
          <a:p>
            <a:pPr algn="ctr"/>
            <a:r>
              <a:rPr lang="en-US" sz="1400" dirty="0"/>
              <a:t>The button becomes red (Stop option) automatically within 2-3 seconds. When activity is finished, Press the button (red) immediately </a:t>
            </a:r>
          </a:p>
        </p:txBody>
      </p:sp>
      <p:sp>
        <p:nvSpPr>
          <p:cNvPr id="16" name="TextBox 15">
            <a:extLst>
              <a:ext uri="{FF2B5EF4-FFF2-40B4-BE49-F238E27FC236}">
                <a16:creationId xmlns:a16="http://schemas.microsoft.com/office/drawing/2014/main" id="{6A20DEE9-88F3-8D31-A228-B4392C2FF7E9}"/>
              </a:ext>
            </a:extLst>
          </p:cNvPr>
          <p:cNvSpPr txBox="1"/>
          <p:nvPr/>
        </p:nvSpPr>
        <p:spPr>
          <a:xfrm>
            <a:off x="8260080" y="2933700"/>
            <a:ext cx="1905000" cy="1384995"/>
          </a:xfrm>
          <a:prstGeom prst="rect">
            <a:avLst/>
          </a:prstGeom>
          <a:noFill/>
        </p:spPr>
        <p:txBody>
          <a:bodyPr wrap="square" rtlCol="0">
            <a:spAutoFit/>
          </a:bodyPr>
          <a:lstStyle/>
          <a:p>
            <a:pPr algn="ctr"/>
            <a:r>
              <a:rPr lang="en-US" sz="1400" dirty="0"/>
              <a:t>The button becomes grey (inactive). Press the refresh button (REF), and it would be green (Start option) again</a:t>
            </a:r>
          </a:p>
        </p:txBody>
      </p:sp>
      <p:sp>
        <p:nvSpPr>
          <p:cNvPr id="18" name="Title 3">
            <a:extLst>
              <a:ext uri="{FF2B5EF4-FFF2-40B4-BE49-F238E27FC236}">
                <a16:creationId xmlns:a16="http://schemas.microsoft.com/office/drawing/2014/main" id="{442C1CA5-51C5-0E40-3EC9-5D11074D2C86}"/>
              </a:ext>
            </a:extLst>
          </p:cNvPr>
          <p:cNvSpPr txBox="1">
            <a:spLocks/>
          </p:cNvSpPr>
          <p:nvPr/>
        </p:nvSpPr>
        <p:spPr>
          <a:xfrm>
            <a:off x="874144" y="5365035"/>
            <a:ext cx="11122507" cy="116263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7200" kern="1200" cap="all" baseline="0">
                <a:solidFill>
                  <a:schemeClr val="accent1"/>
                </a:solidFill>
                <a:latin typeface="+mj-lt"/>
                <a:ea typeface="+mj-ea"/>
                <a:cs typeface="+mj-cs"/>
              </a:defRPr>
            </a:lvl1pPr>
          </a:lstStyle>
          <a:p>
            <a:pPr algn="ctr"/>
            <a:r>
              <a:rPr lang="en-US" sz="4400" dirty="0">
                <a:solidFill>
                  <a:srgbClr val="131313"/>
                </a:solidFill>
              </a:rPr>
              <a:t>Data collection</a:t>
            </a:r>
            <a:endParaRPr lang="en-US" dirty="0"/>
          </a:p>
        </p:txBody>
      </p:sp>
    </p:spTree>
    <p:extLst>
      <p:ext uri="{BB962C8B-B14F-4D97-AF65-F5344CB8AC3E}">
        <p14:creationId xmlns:p14="http://schemas.microsoft.com/office/powerpoint/2010/main" val="19151807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A0551242-530B-E9A9-2842-E6943FFE5A05}"/>
              </a:ext>
            </a:extLst>
          </p:cNvPr>
          <p:cNvSpPr>
            <a:spLocks noGrp="1"/>
          </p:cNvSpPr>
          <p:nvPr>
            <p:ph sz="quarter" idx="13"/>
          </p:nvPr>
        </p:nvSpPr>
        <p:spPr>
          <a:xfrm>
            <a:off x="5959145" y="2234352"/>
            <a:ext cx="6100623" cy="3787062"/>
          </a:xfrm>
        </p:spPr>
        <p:txBody>
          <a:bodyPr/>
          <a:lstStyle/>
          <a:p>
            <a:r>
              <a:rPr lang="en-US" dirty="0"/>
              <a:t>You can access the data by clicking List.</a:t>
            </a:r>
          </a:p>
          <a:p>
            <a:endParaRPr lang="en-US" dirty="0"/>
          </a:p>
          <a:p>
            <a:r>
              <a:rPr lang="en-US" dirty="0"/>
              <a:t>You can then add, delete, and export the data as you wish. </a:t>
            </a:r>
          </a:p>
        </p:txBody>
      </p:sp>
      <p:pic>
        <p:nvPicPr>
          <p:cNvPr id="10" name="Picture 2" descr="D:\Wada Tool\Screen Shots\droid@screen-6.png">
            <a:extLst>
              <a:ext uri="{FF2B5EF4-FFF2-40B4-BE49-F238E27FC236}">
                <a16:creationId xmlns:a16="http://schemas.microsoft.com/office/drawing/2014/main" id="{7F67D9E3-0E65-55E2-6076-5C8CB6B1C03F}"/>
              </a:ext>
            </a:extLst>
          </p:cNvPr>
          <p:cNvPicPr>
            <a:picLocks noChangeAspect="1" noChangeArrowheads="1"/>
          </p:cNvPicPr>
          <p:nvPr/>
        </p:nvPicPr>
        <p:blipFill>
          <a:blip r:embed="rId2" cstate="print"/>
          <a:srcRect/>
          <a:stretch>
            <a:fillRect/>
          </a:stretch>
        </p:blipFill>
        <p:spPr bwMode="auto">
          <a:xfrm>
            <a:off x="341613" y="2804954"/>
            <a:ext cx="2209800" cy="2209800"/>
          </a:xfrm>
          <a:prstGeom prst="rect">
            <a:avLst/>
          </a:prstGeom>
          <a:noFill/>
        </p:spPr>
      </p:pic>
      <p:sp>
        <p:nvSpPr>
          <p:cNvPr id="11" name="Oval 10">
            <a:extLst>
              <a:ext uri="{FF2B5EF4-FFF2-40B4-BE49-F238E27FC236}">
                <a16:creationId xmlns:a16="http://schemas.microsoft.com/office/drawing/2014/main" id="{0938BD09-BB22-EBC4-02F9-35B2C6DDFB1D}"/>
              </a:ext>
            </a:extLst>
          </p:cNvPr>
          <p:cNvSpPr/>
          <p:nvPr/>
        </p:nvSpPr>
        <p:spPr>
          <a:xfrm>
            <a:off x="1551832" y="2994660"/>
            <a:ext cx="990600" cy="76200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ular Callout 9">
            <a:extLst>
              <a:ext uri="{FF2B5EF4-FFF2-40B4-BE49-F238E27FC236}">
                <a16:creationId xmlns:a16="http://schemas.microsoft.com/office/drawing/2014/main" id="{87F25EEF-1544-8691-DDB7-640A74725516}"/>
              </a:ext>
            </a:extLst>
          </p:cNvPr>
          <p:cNvSpPr/>
          <p:nvPr/>
        </p:nvSpPr>
        <p:spPr>
          <a:xfrm>
            <a:off x="5858176" y="4951796"/>
            <a:ext cx="1219200" cy="533400"/>
          </a:xfrm>
          <a:prstGeom prst="wedgeRectCallout">
            <a:avLst>
              <a:gd name="adj1" fmla="val -86341"/>
              <a:gd name="adj2" fmla="val -21755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File Name</a:t>
            </a:r>
          </a:p>
        </p:txBody>
      </p:sp>
      <p:pic>
        <p:nvPicPr>
          <p:cNvPr id="14" name="Picture 3" descr="C:\ASM\Android\device-2017-09-04-205207.png">
            <a:extLst>
              <a:ext uri="{FF2B5EF4-FFF2-40B4-BE49-F238E27FC236}">
                <a16:creationId xmlns:a16="http://schemas.microsoft.com/office/drawing/2014/main" id="{A6EE229D-80DA-E70B-93B8-10BACBA38808}"/>
              </a:ext>
            </a:extLst>
          </p:cNvPr>
          <p:cNvPicPr>
            <a:picLocks noChangeAspect="1" noChangeArrowheads="1"/>
          </p:cNvPicPr>
          <p:nvPr/>
        </p:nvPicPr>
        <p:blipFill>
          <a:blip r:embed="rId3" cstate="print"/>
          <a:srcRect/>
          <a:stretch>
            <a:fillRect/>
          </a:stretch>
        </p:blipFill>
        <p:spPr bwMode="auto">
          <a:xfrm>
            <a:off x="3114976" y="2741996"/>
            <a:ext cx="2133600" cy="2133600"/>
          </a:xfrm>
          <a:prstGeom prst="rect">
            <a:avLst/>
          </a:prstGeom>
          <a:noFill/>
        </p:spPr>
      </p:pic>
      <p:sp>
        <p:nvSpPr>
          <p:cNvPr id="15" name="Rectangle 14">
            <a:extLst>
              <a:ext uri="{FF2B5EF4-FFF2-40B4-BE49-F238E27FC236}">
                <a16:creationId xmlns:a16="http://schemas.microsoft.com/office/drawing/2014/main" id="{FC4DAC98-4A76-801F-4A67-F724E08642EA}"/>
              </a:ext>
            </a:extLst>
          </p:cNvPr>
          <p:cNvSpPr/>
          <p:nvPr/>
        </p:nvSpPr>
        <p:spPr>
          <a:xfrm>
            <a:off x="2962576" y="3503996"/>
            <a:ext cx="2438400" cy="6858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6545B917-D206-2F40-C4D2-6B8950AC0E26}"/>
              </a:ext>
            </a:extLst>
          </p:cNvPr>
          <p:cNvCxnSpPr>
            <a:cxnSpLocks/>
          </p:cNvCxnSpPr>
          <p:nvPr/>
        </p:nvCxnSpPr>
        <p:spPr>
          <a:xfrm>
            <a:off x="2551413" y="3909854"/>
            <a:ext cx="56356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 name="Title 3">
            <a:extLst>
              <a:ext uri="{FF2B5EF4-FFF2-40B4-BE49-F238E27FC236}">
                <a16:creationId xmlns:a16="http://schemas.microsoft.com/office/drawing/2014/main" id="{C1B6BC97-0D76-F410-7600-066255AB86E1}"/>
              </a:ext>
            </a:extLst>
          </p:cNvPr>
          <p:cNvSpPr txBox="1">
            <a:spLocks/>
          </p:cNvSpPr>
          <p:nvPr/>
        </p:nvSpPr>
        <p:spPr>
          <a:xfrm>
            <a:off x="457201" y="318582"/>
            <a:ext cx="11122507" cy="116263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7200" kern="1200" cap="all" baseline="0">
                <a:solidFill>
                  <a:schemeClr val="accent1"/>
                </a:solidFill>
                <a:latin typeface="+mj-lt"/>
                <a:ea typeface="+mj-ea"/>
                <a:cs typeface="+mj-cs"/>
              </a:defRPr>
            </a:lvl1pPr>
          </a:lstStyle>
          <a:p>
            <a:r>
              <a:rPr lang="en-US" sz="4400" dirty="0">
                <a:solidFill>
                  <a:srgbClr val="131313"/>
                </a:solidFill>
              </a:rPr>
              <a:t>data</a:t>
            </a:r>
            <a:endParaRPr lang="en-US" dirty="0"/>
          </a:p>
        </p:txBody>
      </p:sp>
    </p:spTree>
    <p:extLst>
      <p:ext uri="{BB962C8B-B14F-4D97-AF65-F5344CB8AC3E}">
        <p14:creationId xmlns:p14="http://schemas.microsoft.com/office/powerpoint/2010/main" val="30273172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C:\ASM\Android\device-2017-09-04-205207.png">
            <a:extLst>
              <a:ext uri="{FF2B5EF4-FFF2-40B4-BE49-F238E27FC236}">
                <a16:creationId xmlns:a16="http://schemas.microsoft.com/office/drawing/2014/main" id="{00C5298E-8B15-7D0D-C835-D99DB8572473}"/>
              </a:ext>
            </a:extLst>
          </p:cNvPr>
          <p:cNvPicPr>
            <a:picLocks noChangeAspect="1" noChangeArrowheads="1"/>
          </p:cNvPicPr>
          <p:nvPr/>
        </p:nvPicPr>
        <p:blipFill>
          <a:blip r:embed="rId2" cstate="print"/>
          <a:stretch>
            <a:fillRect/>
          </a:stretch>
        </p:blipFill>
        <p:spPr bwMode="auto">
          <a:xfrm>
            <a:off x="600657" y="1837746"/>
            <a:ext cx="4431190" cy="4423570"/>
          </a:xfrm>
          <a:prstGeom prst="rect">
            <a:avLst/>
          </a:prstGeom>
          <a:noFill/>
        </p:spPr>
      </p:pic>
      <p:sp>
        <p:nvSpPr>
          <p:cNvPr id="5" name="Title 4">
            <a:extLst>
              <a:ext uri="{FF2B5EF4-FFF2-40B4-BE49-F238E27FC236}">
                <a16:creationId xmlns:a16="http://schemas.microsoft.com/office/drawing/2014/main" id="{48FED6A3-ED65-9128-122C-D8DC712843E4}"/>
              </a:ext>
            </a:extLst>
          </p:cNvPr>
          <p:cNvSpPr>
            <a:spLocks noGrp="1"/>
          </p:cNvSpPr>
          <p:nvPr>
            <p:ph type="title"/>
          </p:nvPr>
        </p:nvSpPr>
        <p:spPr>
          <a:xfrm>
            <a:off x="533401" y="333822"/>
            <a:ext cx="11122507" cy="1162632"/>
          </a:xfrm>
        </p:spPr>
        <p:txBody>
          <a:bodyPr/>
          <a:lstStyle/>
          <a:p>
            <a:r>
              <a:rPr lang="en-US" sz="3200" dirty="0">
                <a:solidFill>
                  <a:schemeClr val="tx1"/>
                </a:solidFill>
              </a:rPr>
              <a:t>File Name</a:t>
            </a:r>
            <a:endParaRPr lang="en-GB" sz="3200" dirty="0">
              <a:solidFill>
                <a:srgbClr val="000000"/>
              </a:solidFill>
            </a:endParaRPr>
          </a:p>
        </p:txBody>
      </p:sp>
      <p:sp>
        <p:nvSpPr>
          <p:cNvPr id="6" name="Content Placeholder 5">
            <a:extLst>
              <a:ext uri="{FF2B5EF4-FFF2-40B4-BE49-F238E27FC236}">
                <a16:creationId xmlns:a16="http://schemas.microsoft.com/office/drawing/2014/main" id="{71E5D787-4E64-9C18-F4B4-BFE39678021C}"/>
              </a:ext>
            </a:extLst>
          </p:cNvPr>
          <p:cNvSpPr>
            <a:spLocks noGrp="1"/>
          </p:cNvSpPr>
          <p:nvPr>
            <p:ph sz="quarter" idx="13"/>
          </p:nvPr>
        </p:nvSpPr>
        <p:spPr>
          <a:xfrm>
            <a:off x="5700065" y="2028612"/>
            <a:ext cx="6100623" cy="3787062"/>
          </a:xfrm>
        </p:spPr>
        <p:txBody>
          <a:bodyPr vert="horz" lIns="91440" tIns="45720" rIns="91440" bIns="45720" rtlCol="0" anchor="t">
            <a:normAutofit/>
          </a:bodyPr>
          <a:lstStyle/>
          <a:p>
            <a:pPr>
              <a:lnSpc>
                <a:spcPct val="90000"/>
              </a:lnSpc>
            </a:pPr>
            <a:r>
              <a:rPr lang="en-US" sz="1700">
                <a:solidFill>
                  <a:srgbClr val="131313"/>
                </a:solidFill>
              </a:rPr>
              <a:t>Format of the file name:</a:t>
            </a:r>
          </a:p>
          <a:p>
            <a:pPr>
              <a:lnSpc>
                <a:spcPct val="90000"/>
              </a:lnSpc>
            </a:pPr>
            <a:r>
              <a:rPr lang="en-US" sz="1700">
                <a:solidFill>
                  <a:srgbClr val="131313"/>
                </a:solidFill>
              </a:rPr>
              <a:t>watch_id-subject-hand-activity-additional_info-year-month-day-hour-min-second.wada</a:t>
            </a:r>
          </a:p>
          <a:p>
            <a:pPr>
              <a:lnSpc>
                <a:spcPct val="90000"/>
              </a:lnSpc>
            </a:pPr>
            <a:r>
              <a:rPr lang="en-US" sz="1700">
                <a:solidFill>
                  <a:srgbClr val="131313"/>
                </a:solidFill>
              </a:rPr>
              <a:t>Example:</a:t>
            </a:r>
          </a:p>
          <a:p>
            <a:pPr>
              <a:lnSpc>
                <a:spcPct val="90000"/>
              </a:lnSpc>
            </a:pPr>
            <a:r>
              <a:rPr lang="en-US" sz="1700" b="1">
                <a:solidFill>
                  <a:srgbClr val="131313"/>
                </a:solidFill>
              </a:rPr>
              <a:t>G6NZCJ00343622D -subject1-left-hand_wash-soap-2016-01-19-19-15-11.wada</a:t>
            </a:r>
          </a:p>
          <a:p>
            <a:pPr>
              <a:lnSpc>
                <a:spcPct val="90000"/>
              </a:lnSpc>
            </a:pPr>
            <a:r>
              <a:rPr lang="en-US" sz="1700">
                <a:solidFill>
                  <a:srgbClr val="131313"/>
                </a:solidFill>
              </a:rPr>
              <a:t>Note:</a:t>
            </a:r>
          </a:p>
          <a:p>
            <a:pPr>
              <a:lnSpc>
                <a:spcPct val="90000"/>
              </a:lnSpc>
            </a:pPr>
            <a:r>
              <a:rPr lang="en-US" sz="1700">
                <a:solidFill>
                  <a:srgbClr val="131313"/>
                </a:solidFill>
              </a:rPr>
              <a:t>year-month-day-hour-min-second : denotes the time when the start button is pressed</a:t>
            </a:r>
          </a:p>
          <a:p>
            <a:pPr marL="0" indent="0">
              <a:buNone/>
            </a:pPr>
            <a:endParaRPr lang="en-GB" dirty="0"/>
          </a:p>
        </p:txBody>
      </p:sp>
    </p:spTree>
    <p:extLst>
      <p:ext uri="{BB962C8B-B14F-4D97-AF65-F5344CB8AC3E}">
        <p14:creationId xmlns:p14="http://schemas.microsoft.com/office/powerpoint/2010/main" val="7850546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8D76E06-8C93-C5B2-F352-42FBB5719EAB}"/>
              </a:ext>
            </a:extLst>
          </p:cNvPr>
          <p:cNvSpPr>
            <a:spLocks noGrp="1"/>
          </p:cNvSpPr>
          <p:nvPr>
            <p:ph type="title"/>
          </p:nvPr>
        </p:nvSpPr>
        <p:spPr>
          <a:xfrm>
            <a:off x="457201" y="318582"/>
            <a:ext cx="11122507" cy="1162632"/>
          </a:xfrm>
        </p:spPr>
        <p:txBody>
          <a:bodyPr/>
          <a:lstStyle/>
          <a:p>
            <a:r>
              <a:rPr lang="en-US" sz="4400" dirty="0">
                <a:solidFill>
                  <a:srgbClr val="131313"/>
                </a:solidFill>
              </a:rPr>
              <a:t>Retrieve Data</a:t>
            </a:r>
            <a:endParaRPr lang="en-GB" sz="4400" dirty="0">
              <a:solidFill>
                <a:srgbClr val="000000"/>
              </a:solidFill>
            </a:endParaRPr>
          </a:p>
        </p:txBody>
      </p:sp>
      <p:sp>
        <p:nvSpPr>
          <p:cNvPr id="5" name="Content Placeholder 4">
            <a:extLst>
              <a:ext uri="{FF2B5EF4-FFF2-40B4-BE49-F238E27FC236}">
                <a16:creationId xmlns:a16="http://schemas.microsoft.com/office/drawing/2014/main" id="{A8D1085A-CC08-6F08-72C0-E3486A3AEF60}"/>
              </a:ext>
            </a:extLst>
          </p:cNvPr>
          <p:cNvSpPr>
            <a:spLocks noGrp="1"/>
          </p:cNvSpPr>
          <p:nvPr>
            <p:ph sz="quarter" idx="13"/>
          </p:nvPr>
        </p:nvSpPr>
        <p:spPr>
          <a:xfrm>
            <a:off x="457505" y="2249592"/>
            <a:ext cx="11122203" cy="3787062"/>
          </a:xfrm>
        </p:spPr>
        <p:txBody>
          <a:bodyPr vert="horz" lIns="91440" tIns="45720" rIns="91440" bIns="45720" rtlCol="0" anchor="t">
            <a:normAutofit/>
          </a:bodyPr>
          <a:lstStyle/>
          <a:p>
            <a:pPr marL="342900" lvl="1">
              <a:lnSpc>
                <a:spcPct val="90000"/>
              </a:lnSpc>
            </a:pPr>
            <a:r>
              <a:rPr lang="en-US" sz="2400" dirty="0">
                <a:solidFill>
                  <a:srgbClr val="131313"/>
                </a:solidFill>
              </a:rPr>
              <a:t>To retrieve all the data files from the watch, connect the watch to a computer and put the following command* (on terminal/command line) from the computer.</a:t>
            </a:r>
          </a:p>
          <a:p>
            <a:pPr marL="571500" lvl="2">
              <a:lnSpc>
                <a:spcPct val="90000"/>
              </a:lnSpc>
            </a:pPr>
            <a:r>
              <a:rPr lang="en-US" sz="2000" b="1" dirty="0" err="1">
                <a:solidFill>
                  <a:srgbClr val="FF0000"/>
                </a:solidFill>
              </a:rPr>
              <a:t>adb</a:t>
            </a:r>
            <a:r>
              <a:rPr lang="en-US" sz="2000" b="1" dirty="0">
                <a:solidFill>
                  <a:srgbClr val="FF0000"/>
                </a:solidFill>
              </a:rPr>
              <a:t> pull /</a:t>
            </a:r>
            <a:r>
              <a:rPr lang="en-US" sz="2000" b="1" dirty="0" err="1">
                <a:solidFill>
                  <a:srgbClr val="FF0000"/>
                </a:solidFill>
              </a:rPr>
              <a:t>sdcard</a:t>
            </a:r>
            <a:r>
              <a:rPr lang="en-US" sz="2000" b="1" dirty="0">
                <a:solidFill>
                  <a:srgbClr val="FF0000"/>
                </a:solidFill>
              </a:rPr>
              <a:t>/</a:t>
            </a:r>
            <a:r>
              <a:rPr lang="en-US" sz="2000" b="1" dirty="0" err="1">
                <a:solidFill>
                  <a:srgbClr val="FF0000"/>
                </a:solidFill>
              </a:rPr>
              <a:t>wada</a:t>
            </a:r>
            <a:r>
              <a:rPr lang="en-US" sz="2000" b="1" dirty="0">
                <a:solidFill>
                  <a:srgbClr val="FF0000"/>
                </a:solidFill>
              </a:rPr>
              <a:t>/data</a:t>
            </a:r>
            <a:endParaRPr lang="en-US" sz="2000" dirty="0">
              <a:solidFill>
                <a:srgbClr val="131313"/>
              </a:solidFill>
            </a:endParaRPr>
          </a:p>
          <a:p>
            <a:pPr marL="571500" lvl="2">
              <a:lnSpc>
                <a:spcPct val="90000"/>
              </a:lnSpc>
            </a:pPr>
            <a:endParaRPr lang="en-US" dirty="0">
              <a:solidFill>
                <a:srgbClr val="131313"/>
              </a:solidFill>
            </a:endParaRPr>
          </a:p>
          <a:p>
            <a:pPr marL="342900" lvl="1">
              <a:lnSpc>
                <a:spcPct val="90000"/>
              </a:lnSpc>
            </a:pPr>
            <a:r>
              <a:rPr lang="en-US" sz="2400" dirty="0">
                <a:solidFill>
                  <a:srgbClr val="131313"/>
                </a:solidFill>
              </a:rPr>
              <a:t>The files would be available in the present working directory of the computer</a:t>
            </a:r>
          </a:p>
          <a:p>
            <a:pPr marL="342900" lvl="1">
              <a:lnSpc>
                <a:spcPct val="90000"/>
              </a:lnSpc>
            </a:pPr>
            <a:r>
              <a:rPr lang="en-US" sz="2400" dirty="0">
                <a:solidFill>
                  <a:srgbClr val="131313"/>
                </a:solidFill>
              </a:rPr>
              <a:t>If all the files are retrieved to the computer properly, delete the files from the watch.</a:t>
            </a:r>
          </a:p>
          <a:p>
            <a:pPr lvl="1">
              <a:lnSpc>
                <a:spcPct val="90000"/>
              </a:lnSpc>
            </a:pPr>
            <a:endParaRPr lang="en-US" sz="2400" dirty="0">
              <a:solidFill>
                <a:srgbClr val="131313"/>
              </a:solidFill>
            </a:endParaRPr>
          </a:p>
          <a:p>
            <a:pPr marL="571500" lvl="2">
              <a:lnSpc>
                <a:spcPct val="90000"/>
              </a:lnSpc>
            </a:pPr>
            <a:r>
              <a:rPr lang="en-US" sz="2000" dirty="0">
                <a:solidFill>
                  <a:srgbClr val="131313"/>
                </a:solidFill>
                <a:highlight>
                  <a:srgbClr val="FFFF00"/>
                </a:highlight>
              </a:rPr>
              <a:t>* Ensure that the </a:t>
            </a:r>
            <a:r>
              <a:rPr lang="en-US" sz="2000" b="1" dirty="0" err="1">
                <a:solidFill>
                  <a:srgbClr val="131313"/>
                </a:solidFill>
                <a:highlight>
                  <a:srgbClr val="FFFF00"/>
                </a:highlight>
              </a:rPr>
              <a:t>adb</a:t>
            </a:r>
            <a:r>
              <a:rPr lang="en-US" sz="2000" dirty="0">
                <a:solidFill>
                  <a:srgbClr val="131313"/>
                </a:solidFill>
                <a:highlight>
                  <a:srgbClr val="FFFF00"/>
                </a:highlight>
              </a:rPr>
              <a:t> command is available. If not, install android SDK</a:t>
            </a:r>
            <a:endParaRPr lang="en-US" sz="2000">
              <a:solidFill>
                <a:srgbClr val="131313"/>
              </a:solidFill>
              <a:highlight>
                <a:srgbClr val="FFFF00"/>
              </a:highlight>
            </a:endParaRPr>
          </a:p>
          <a:p>
            <a:pPr marL="571500" lvl="2">
              <a:lnSpc>
                <a:spcPct val="90000"/>
              </a:lnSpc>
            </a:pPr>
            <a:endParaRPr lang="en-US" dirty="0">
              <a:solidFill>
                <a:srgbClr val="131313"/>
              </a:solidFill>
            </a:endParaRPr>
          </a:p>
          <a:p>
            <a:pPr marL="571500" lvl="2">
              <a:lnSpc>
                <a:spcPct val="90000"/>
              </a:lnSpc>
            </a:pPr>
            <a:endParaRPr lang="en-US" dirty="0">
              <a:solidFill>
                <a:srgbClr val="131313"/>
              </a:solidFill>
            </a:endParaRPr>
          </a:p>
          <a:p>
            <a:pPr>
              <a:lnSpc>
                <a:spcPct val="90000"/>
              </a:lnSpc>
            </a:pPr>
            <a:endParaRPr lang="en-US" sz="2800" dirty="0">
              <a:solidFill>
                <a:srgbClr val="131313"/>
              </a:solidFill>
            </a:endParaRPr>
          </a:p>
          <a:p>
            <a:pPr>
              <a:lnSpc>
                <a:spcPct val="90000"/>
              </a:lnSpc>
            </a:pPr>
            <a:endParaRPr lang="en-US" sz="2800" dirty="0">
              <a:solidFill>
                <a:srgbClr val="131313"/>
              </a:solidFill>
            </a:endParaRPr>
          </a:p>
          <a:p>
            <a:endParaRPr lang="en-GB" dirty="0"/>
          </a:p>
        </p:txBody>
      </p:sp>
    </p:spTree>
    <p:extLst>
      <p:ext uri="{BB962C8B-B14F-4D97-AF65-F5344CB8AC3E}">
        <p14:creationId xmlns:p14="http://schemas.microsoft.com/office/powerpoint/2010/main" val="21282115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BFDE69-6908-F413-E037-A30D4CB74D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246298-1447-D179-AED2-1CADB7C3AD92}"/>
              </a:ext>
            </a:extLst>
          </p:cNvPr>
          <p:cNvSpPr>
            <a:spLocks noGrp="1"/>
          </p:cNvSpPr>
          <p:nvPr>
            <p:ph type="title"/>
          </p:nvPr>
        </p:nvSpPr>
        <p:spPr/>
        <p:txBody>
          <a:bodyPr/>
          <a:lstStyle/>
          <a:p>
            <a:r>
              <a:rPr lang="en-US" dirty="0"/>
              <a:t>Weka</a:t>
            </a:r>
          </a:p>
        </p:txBody>
      </p:sp>
      <p:sp>
        <p:nvSpPr>
          <p:cNvPr id="3" name="Subtitle 2">
            <a:extLst>
              <a:ext uri="{FF2B5EF4-FFF2-40B4-BE49-F238E27FC236}">
                <a16:creationId xmlns:a16="http://schemas.microsoft.com/office/drawing/2014/main" id="{B8936CB6-9C40-0E6D-1281-99F18E24DD07}"/>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2923893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51510-8111-EDB1-CDFA-6FF7EC6B5B71}"/>
              </a:ext>
            </a:extLst>
          </p:cNvPr>
          <p:cNvSpPr>
            <a:spLocks noGrp="1"/>
          </p:cNvSpPr>
          <p:nvPr>
            <p:ph type="title"/>
          </p:nvPr>
        </p:nvSpPr>
        <p:spPr/>
        <p:txBody>
          <a:bodyPr vert="horz" lIns="91440" tIns="45720" rIns="91440" bIns="45720" rtlCol="0" anchor="b">
            <a:normAutofit/>
          </a:bodyPr>
          <a:lstStyle/>
          <a:p>
            <a:r>
              <a:rPr lang="en-US" sz="5400" kern="1200">
                <a:solidFill>
                  <a:schemeClr val="tx1"/>
                </a:solidFill>
                <a:latin typeface="+mj-lt"/>
                <a:ea typeface="+mj-ea"/>
                <a:cs typeface="+mj-cs"/>
              </a:rPr>
              <a:t>Weka Home Page</a:t>
            </a:r>
          </a:p>
        </p:txBody>
      </p:sp>
      <p:pic>
        <p:nvPicPr>
          <p:cNvPr id="6" name="Content Placeholder 5">
            <a:extLst>
              <a:ext uri="{FF2B5EF4-FFF2-40B4-BE49-F238E27FC236}">
                <a16:creationId xmlns:a16="http://schemas.microsoft.com/office/drawing/2014/main" id="{15D48086-F5D9-720C-1310-8778AAA419B6}"/>
              </a:ext>
            </a:extLst>
          </p:cNvPr>
          <p:cNvPicPr>
            <a:picLocks noGrp="1" noChangeAspect="1"/>
          </p:cNvPicPr>
          <p:nvPr>
            <p:ph sz="quarter" idx="13"/>
          </p:nvPr>
        </p:nvPicPr>
        <p:blipFill>
          <a:blip r:embed="rId3"/>
          <a:stretch>
            <a:fillRect/>
          </a:stretch>
        </p:blipFill>
        <p:spPr>
          <a:xfrm>
            <a:off x="6695747" y="2113508"/>
            <a:ext cx="5321811" cy="3651025"/>
          </a:xfrm>
          <a:prstGeom prst="rect">
            <a:avLst/>
          </a:prstGeom>
        </p:spPr>
      </p:pic>
      <p:sp>
        <p:nvSpPr>
          <p:cNvPr id="4" name="Text Placeholder 3">
            <a:extLst>
              <a:ext uri="{FF2B5EF4-FFF2-40B4-BE49-F238E27FC236}">
                <a16:creationId xmlns:a16="http://schemas.microsoft.com/office/drawing/2014/main" id="{69B53622-9279-2F16-687F-CA9F35A67F4D}"/>
              </a:ext>
            </a:extLst>
          </p:cNvPr>
          <p:cNvSpPr>
            <a:spLocks noGrp="1"/>
          </p:cNvSpPr>
          <p:nvPr>
            <p:ph type="body" sz="half" idx="4294967295"/>
          </p:nvPr>
        </p:nvSpPr>
        <p:spPr>
          <a:xfrm>
            <a:off x="200891" y="1975428"/>
            <a:ext cx="5701145" cy="4104265"/>
          </a:xfrm>
        </p:spPr>
        <p:txBody>
          <a:bodyPr vert="horz" lIns="91440" tIns="45720" rIns="91440" bIns="45720" rtlCol="0" anchor="t">
            <a:normAutofit/>
          </a:bodyPr>
          <a:lstStyle/>
          <a:p>
            <a:pPr indent="-228600">
              <a:buFont typeface="Arial" panose="020B0604020202020204" pitchFamily="34" charset="0"/>
              <a:buChar char="•"/>
            </a:pPr>
            <a:r>
              <a:rPr lang="en-US" sz="2200" b="1" dirty="0"/>
              <a:t>Why are we using it?</a:t>
            </a:r>
            <a:endParaRPr lang="en-US"/>
          </a:p>
          <a:p>
            <a:pPr indent="-228600">
              <a:buFont typeface="Arial" panose="020B0604020202020204" pitchFamily="34" charset="0"/>
              <a:buChar char="•"/>
            </a:pPr>
            <a:r>
              <a:rPr lang="en-US" sz="2200" dirty="0"/>
              <a:t>A GUI for quickly trying classical ML workflows. </a:t>
            </a:r>
          </a:p>
          <a:p>
            <a:r>
              <a:rPr lang="en-US" sz="2200" dirty="0"/>
              <a:t>Inspect-&gt;train-&gt;evaluate</a:t>
            </a:r>
            <a:endParaRPr lang="en-US" dirty="0">
              <a:solidFill>
                <a:srgbClr val="131313"/>
              </a:solidFill>
            </a:endParaRPr>
          </a:p>
          <a:p>
            <a:r>
              <a:rPr lang="en-US" sz="2200" dirty="0"/>
              <a:t>download </a:t>
            </a:r>
            <a:r>
              <a:rPr lang="en-US" sz="2200" dirty="0" err="1"/>
              <a:t>weka</a:t>
            </a:r>
            <a:r>
              <a:rPr lang="en-US" sz="2200" dirty="0"/>
              <a:t>: </a:t>
            </a:r>
            <a:r>
              <a:rPr lang="en-US" dirty="0">
                <a:solidFill>
                  <a:srgbClr val="131313"/>
                </a:solidFill>
                <a:hlinkClick r:id="rId4"/>
              </a:rPr>
              <a:t>https://waikato.github.io/weka-wiki/downloading_weka/</a:t>
            </a:r>
            <a:endParaRPr lang="en-US">
              <a:solidFill>
                <a:srgbClr val="131313"/>
              </a:solidFill>
            </a:endParaRPr>
          </a:p>
          <a:p>
            <a:endParaRPr lang="en-US" sz="2200" dirty="0"/>
          </a:p>
        </p:txBody>
      </p:sp>
      <p:sp>
        <p:nvSpPr>
          <p:cNvPr id="5" name="TextBox 4">
            <a:extLst>
              <a:ext uri="{FF2B5EF4-FFF2-40B4-BE49-F238E27FC236}">
                <a16:creationId xmlns:a16="http://schemas.microsoft.com/office/drawing/2014/main" id="{8E55AB50-9728-DCAA-883B-7177059AC00E}"/>
              </a:ext>
            </a:extLst>
          </p:cNvPr>
          <p:cNvSpPr txBox="1"/>
          <p:nvPr/>
        </p:nvSpPr>
        <p:spPr>
          <a:xfrm>
            <a:off x="949036" y="6421582"/>
            <a:ext cx="10654145" cy="7755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57150">
              <a:lnSpc>
                <a:spcPct val="120000"/>
              </a:lnSpc>
              <a:spcBef>
                <a:spcPts val="1000"/>
              </a:spcBef>
            </a:pPr>
            <a:r>
              <a:rPr lang="en-US" sz="2200" dirty="0">
                <a:solidFill>
                  <a:srgbClr val="1D3433"/>
                </a:solidFill>
              </a:rPr>
              <a:t>A machine learning toolkit developed at the </a:t>
            </a:r>
            <a:r>
              <a:rPr lang="en-US" sz="2200" b="1" dirty="0">
                <a:solidFill>
                  <a:srgbClr val="1D3433"/>
                </a:solidFill>
              </a:rPr>
              <a:t>University of Waikato in 1993</a:t>
            </a:r>
            <a:endParaRPr lang="en-US" sz="2200" b="1" dirty="0"/>
          </a:p>
          <a:p>
            <a:pPr algn="l"/>
            <a:endParaRPr lang="en-GB" dirty="0"/>
          </a:p>
        </p:txBody>
      </p:sp>
    </p:spTree>
    <p:extLst>
      <p:ext uri="{BB962C8B-B14F-4D97-AF65-F5344CB8AC3E}">
        <p14:creationId xmlns:p14="http://schemas.microsoft.com/office/powerpoint/2010/main" val="26344482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3">
            <a:extLst>
              <a:ext uri="{FF2B5EF4-FFF2-40B4-BE49-F238E27FC236}">
                <a16:creationId xmlns:a16="http://schemas.microsoft.com/office/drawing/2014/main" id="{9DE63318-61F3-81E5-202E-514039281838}"/>
              </a:ext>
            </a:extLst>
          </p:cNvPr>
          <p:cNvSpPr>
            <a:spLocks noGrp="1"/>
          </p:cNvSpPr>
          <p:nvPr>
            <p:ph sz="quarter" idx="13"/>
          </p:nvPr>
        </p:nvSpPr>
        <p:spPr>
          <a:xfrm>
            <a:off x="6643651" y="1904536"/>
            <a:ext cx="4936057" cy="4132118"/>
          </a:xfrm>
        </p:spPr>
        <p:txBody>
          <a:bodyPr vert="horz" lIns="91440" tIns="45720" rIns="91440" bIns="45720" rtlCol="0" anchor="t">
            <a:normAutofit/>
          </a:bodyPr>
          <a:lstStyle/>
          <a:p>
            <a:pPr>
              <a:buFont typeface="Walbaum Display"/>
              <a:buAutoNum type="arabicPeriod"/>
            </a:pPr>
            <a:r>
              <a:rPr lang="en-US" b="1"/>
              <a:t>Preprocess -&gt; </a:t>
            </a:r>
            <a:r>
              <a:rPr lang="en-US" b="1" err="1"/>
              <a:t>Openfile</a:t>
            </a:r>
            <a:r>
              <a:rPr lang="en-US" b="1"/>
              <a:t> -&gt; select csv or </a:t>
            </a:r>
            <a:r>
              <a:rPr lang="en-US" b="1" err="1"/>
              <a:t>arff</a:t>
            </a:r>
            <a:endParaRPr lang="en-US" b="1"/>
          </a:p>
          <a:p>
            <a:r>
              <a:rPr lang="en-US" b="1"/>
              <a:t>Weka can work with both of them</a:t>
            </a:r>
          </a:p>
          <a:p>
            <a:r>
              <a:rPr lang="en-US" b="1">
                <a:latin typeface="Aptos Light"/>
                <a:cs typeface="Arial"/>
              </a:rPr>
              <a:t>The main difference between them is the header format. </a:t>
            </a:r>
          </a:p>
          <a:p>
            <a:r>
              <a:rPr lang="en-US" b="1">
                <a:cs typeface="Arial"/>
              </a:rPr>
              <a:t>Check the ARFF files present in the  Weka folder for examples. </a:t>
            </a:r>
          </a:p>
        </p:txBody>
      </p:sp>
      <p:sp>
        <p:nvSpPr>
          <p:cNvPr id="13" name="Footer Placeholder 4">
            <a:extLst>
              <a:ext uri="{FF2B5EF4-FFF2-40B4-BE49-F238E27FC236}">
                <a16:creationId xmlns:a16="http://schemas.microsoft.com/office/drawing/2014/main" id="{1AF52AB9-90F2-8316-95CE-D4E72F636815}"/>
              </a:ext>
            </a:extLst>
          </p:cNvPr>
          <p:cNvSpPr>
            <a:spLocks noGrp="1"/>
          </p:cNvSpPr>
          <p:nvPr>
            <p:ph type="ftr" sz="quarter" idx="11"/>
          </p:nvPr>
        </p:nvSpPr>
        <p:spPr/>
        <p:txBody>
          <a:bodyPr/>
          <a:lstStyle/>
          <a:p>
            <a:pPr>
              <a:spcAft>
                <a:spcPts val="600"/>
              </a:spcAft>
            </a:pPr>
            <a:r>
              <a:rPr lang="en-US"/>
              <a:t>
              </a:t>
            </a:r>
          </a:p>
        </p:txBody>
      </p:sp>
      <p:sp>
        <p:nvSpPr>
          <p:cNvPr id="15" name="Date Placeholder 5">
            <a:extLst>
              <a:ext uri="{FF2B5EF4-FFF2-40B4-BE49-F238E27FC236}">
                <a16:creationId xmlns:a16="http://schemas.microsoft.com/office/drawing/2014/main" id="{9406EFE3-1839-9375-BAEA-5DC2B3767AA9}"/>
              </a:ext>
            </a:extLst>
          </p:cNvPr>
          <p:cNvSpPr>
            <a:spLocks noGrp="1"/>
          </p:cNvSpPr>
          <p:nvPr>
            <p:ph type="dt" sz="half" idx="10"/>
          </p:nvPr>
        </p:nvSpPr>
        <p:spPr/>
        <p:txBody>
          <a:bodyPr/>
          <a:lstStyle/>
          <a:p>
            <a:pPr>
              <a:spcAft>
                <a:spcPts val="600"/>
              </a:spcAft>
            </a:pPr>
            <a:fld id="{A5AC8C59-CC0C-43E8-BBB7-BE9115CCA6AA}" type="datetime1">
              <a:rPr lang="en-US" smtClean="0"/>
              <a:pPr>
                <a:spcAft>
                  <a:spcPts val="600"/>
                </a:spcAft>
              </a:pPr>
              <a:t>9/30/2026</a:t>
            </a:fld>
            <a:endParaRPr lang="en-US"/>
          </a:p>
        </p:txBody>
      </p:sp>
      <p:sp>
        <p:nvSpPr>
          <p:cNvPr id="17" name="Slide Number Placeholder 6">
            <a:extLst>
              <a:ext uri="{FF2B5EF4-FFF2-40B4-BE49-F238E27FC236}">
                <a16:creationId xmlns:a16="http://schemas.microsoft.com/office/drawing/2014/main" id="{8190A500-2F84-A4AA-4F12-330219AB5892}"/>
              </a:ext>
            </a:extLst>
          </p:cNvPr>
          <p:cNvSpPr>
            <a:spLocks noGrp="1"/>
          </p:cNvSpPr>
          <p:nvPr>
            <p:ph type="sldNum" sz="quarter" idx="12"/>
          </p:nvPr>
        </p:nvSpPr>
        <p:spPr/>
        <p:txBody>
          <a:bodyPr/>
          <a:lstStyle/>
          <a:p>
            <a:pPr>
              <a:spcAft>
                <a:spcPts val="600"/>
              </a:spcAft>
            </a:pPr>
            <a:fld id="{DDF60B60-82CA-4BB9-BA6E-A62FADF2374B}" type="slidenum">
              <a:rPr lang="en-US" smtClean="0"/>
              <a:pPr>
                <a:spcAft>
                  <a:spcPts val="600"/>
                </a:spcAft>
              </a:pPr>
              <a:t>22</a:t>
            </a:fld>
            <a:endParaRPr lang="en-US"/>
          </a:p>
        </p:txBody>
      </p:sp>
      <p:pic>
        <p:nvPicPr>
          <p:cNvPr id="7" name="Picture 6">
            <a:extLst>
              <a:ext uri="{FF2B5EF4-FFF2-40B4-BE49-F238E27FC236}">
                <a16:creationId xmlns:a16="http://schemas.microsoft.com/office/drawing/2014/main" id="{BD8AA179-830E-8EE8-3C80-8A66667DB1B7}"/>
              </a:ext>
            </a:extLst>
          </p:cNvPr>
          <p:cNvPicPr>
            <a:picLocks noChangeAspect="1"/>
          </p:cNvPicPr>
          <p:nvPr/>
        </p:nvPicPr>
        <p:blipFill>
          <a:blip r:embed="rId3"/>
          <a:stretch>
            <a:fillRect/>
          </a:stretch>
        </p:blipFill>
        <p:spPr>
          <a:xfrm>
            <a:off x="155994" y="1623024"/>
            <a:ext cx="6344729" cy="4747764"/>
          </a:xfrm>
          <a:prstGeom prst="rect">
            <a:avLst/>
          </a:prstGeom>
        </p:spPr>
      </p:pic>
      <p:sp>
        <p:nvSpPr>
          <p:cNvPr id="12" name="Title 1">
            <a:extLst>
              <a:ext uri="{FF2B5EF4-FFF2-40B4-BE49-F238E27FC236}">
                <a16:creationId xmlns:a16="http://schemas.microsoft.com/office/drawing/2014/main" id="{2D6646CB-AEE7-BB3C-2EA5-C97CE0804377}"/>
              </a:ext>
            </a:extLst>
          </p:cNvPr>
          <p:cNvSpPr>
            <a:spLocks noGrp="1"/>
          </p:cNvSpPr>
          <p:nvPr>
            <p:ph type="title"/>
          </p:nvPr>
        </p:nvSpPr>
        <p:spPr>
          <a:xfrm>
            <a:off x="299050" y="233324"/>
            <a:ext cx="11122507" cy="1162632"/>
          </a:xfrm>
        </p:spPr>
        <p:txBody>
          <a:bodyPr vert="horz" lIns="91440" tIns="45720" rIns="91440" bIns="45720" rtlCol="0" anchor="b">
            <a:normAutofit/>
          </a:bodyPr>
          <a:lstStyle/>
          <a:p>
            <a:r>
              <a:rPr lang="en-US" sz="5400" dirty="0">
                <a:solidFill>
                  <a:schemeClr val="tx1"/>
                </a:solidFill>
              </a:rPr>
              <a:t>Loading dataset</a:t>
            </a:r>
            <a:endParaRPr lang="en-US" sz="5400" kern="1200" dirty="0">
              <a:solidFill>
                <a:schemeClr val="tx1"/>
              </a:solidFill>
              <a:latin typeface="+mj-lt"/>
            </a:endParaRPr>
          </a:p>
        </p:txBody>
      </p:sp>
    </p:spTree>
    <p:extLst>
      <p:ext uri="{BB962C8B-B14F-4D97-AF65-F5344CB8AC3E}">
        <p14:creationId xmlns:p14="http://schemas.microsoft.com/office/powerpoint/2010/main" val="27969571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5BD16B-61C4-67E3-A0EE-6E54B2478EB1}"/>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6962CD31-16F0-DFC8-A2AD-77E334989901}"/>
              </a:ext>
            </a:extLst>
          </p:cNvPr>
          <p:cNvPicPr>
            <a:picLocks noChangeAspect="1"/>
          </p:cNvPicPr>
          <p:nvPr/>
        </p:nvPicPr>
        <p:blipFill>
          <a:blip r:embed="rId2"/>
          <a:stretch>
            <a:fillRect/>
          </a:stretch>
        </p:blipFill>
        <p:spPr>
          <a:xfrm>
            <a:off x="1459749" y="0"/>
            <a:ext cx="9272503" cy="6858000"/>
          </a:xfrm>
          <a:prstGeom prst="rect">
            <a:avLst/>
          </a:prstGeom>
        </p:spPr>
      </p:pic>
      <p:sp>
        <p:nvSpPr>
          <p:cNvPr id="14" name="Title 1">
            <a:extLst>
              <a:ext uri="{FF2B5EF4-FFF2-40B4-BE49-F238E27FC236}">
                <a16:creationId xmlns:a16="http://schemas.microsoft.com/office/drawing/2014/main" id="{4739F62B-2E8A-5A08-3D39-9DF83D5D8E0F}"/>
              </a:ext>
            </a:extLst>
          </p:cNvPr>
          <p:cNvSpPr>
            <a:spLocks noGrp="1"/>
          </p:cNvSpPr>
          <p:nvPr>
            <p:ph type="title"/>
          </p:nvPr>
        </p:nvSpPr>
        <p:spPr>
          <a:xfrm>
            <a:off x="299050" y="233324"/>
            <a:ext cx="4480168" cy="1478933"/>
          </a:xfrm>
        </p:spPr>
        <p:txBody>
          <a:bodyPr vert="horz" lIns="91440" tIns="45720" rIns="91440" bIns="45720" rtlCol="0" anchor="b">
            <a:normAutofit fontScale="90000"/>
          </a:bodyPr>
          <a:lstStyle/>
          <a:p>
            <a:r>
              <a:rPr lang="en-US" sz="5400" dirty="0">
                <a:solidFill>
                  <a:schemeClr val="tx1"/>
                </a:solidFill>
              </a:rPr>
              <a:t>Inspecting dataset</a:t>
            </a:r>
            <a:endParaRPr lang="en-US" dirty="0">
              <a:solidFill>
                <a:schemeClr val="tx1"/>
              </a:solidFill>
            </a:endParaRPr>
          </a:p>
        </p:txBody>
      </p:sp>
    </p:spTree>
    <p:extLst>
      <p:ext uri="{BB962C8B-B14F-4D97-AF65-F5344CB8AC3E}">
        <p14:creationId xmlns:p14="http://schemas.microsoft.com/office/powerpoint/2010/main" val="6860460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C02CD6-DA50-2D19-1345-39932E76173F}"/>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83CCA972-EB34-3E5F-7A9C-81BFCD798E48}"/>
              </a:ext>
            </a:extLst>
          </p:cNvPr>
          <p:cNvSpPr>
            <a:spLocks noGrp="1"/>
          </p:cNvSpPr>
          <p:nvPr>
            <p:ph type="title"/>
          </p:nvPr>
        </p:nvSpPr>
        <p:spPr>
          <a:xfrm>
            <a:off x="299050" y="233324"/>
            <a:ext cx="7815715" cy="1478933"/>
          </a:xfrm>
        </p:spPr>
        <p:txBody>
          <a:bodyPr vert="horz" lIns="91440" tIns="45720" rIns="91440" bIns="45720" rtlCol="0" anchor="b">
            <a:normAutofit fontScale="90000"/>
          </a:bodyPr>
          <a:lstStyle/>
          <a:p>
            <a:r>
              <a:rPr lang="en-US" sz="5400" dirty="0">
                <a:solidFill>
                  <a:schemeClr val="tx1"/>
                </a:solidFill>
              </a:rPr>
              <a:t>Running the classifier</a:t>
            </a:r>
            <a:endParaRPr lang="en-US" dirty="0" err="1">
              <a:solidFill>
                <a:schemeClr val="tx1"/>
              </a:solidFill>
            </a:endParaRPr>
          </a:p>
        </p:txBody>
      </p:sp>
      <p:pic>
        <p:nvPicPr>
          <p:cNvPr id="2" name="Picture 1" descr="A screenshot of a computer&#10;&#10;AI-generated content may be incorrect.">
            <a:extLst>
              <a:ext uri="{FF2B5EF4-FFF2-40B4-BE49-F238E27FC236}">
                <a16:creationId xmlns:a16="http://schemas.microsoft.com/office/drawing/2014/main" id="{0776FBC5-B8D7-BBD9-AE5B-43892EAFACD3}"/>
              </a:ext>
            </a:extLst>
          </p:cNvPr>
          <p:cNvPicPr>
            <a:picLocks noChangeAspect="1"/>
          </p:cNvPicPr>
          <p:nvPr/>
        </p:nvPicPr>
        <p:blipFill>
          <a:blip r:embed="rId2"/>
          <a:stretch>
            <a:fillRect/>
          </a:stretch>
        </p:blipFill>
        <p:spPr>
          <a:xfrm>
            <a:off x="1725284" y="1519926"/>
            <a:ext cx="9949132" cy="4925205"/>
          </a:xfrm>
          <a:prstGeom prst="rect">
            <a:avLst/>
          </a:prstGeom>
        </p:spPr>
      </p:pic>
    </p:spTree>
    <p:extLst>
      <p:ext uri="{BB962C8B-B14F-4D97-AF65-F5344CB8AC3E}">
        <p14:creationId xmlns:p14="http://schemas.microsoft.com/office/powerpoint/2010/main" val="37290276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AA0536-AB9F-C0BA-43C0-E9AFEFBC6E1B}"/>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07A77D6A-7D29-E853-2EA4-0A3332C258D8}"/>
              </a:ext>
            </a:extLst>
          </p:cNvPr>
          <p:cNvSpPr>
            <a:spLocks noGrp="1"/>
          </p:cNvSpPr>
          <p:nvPr>
            <p:ph type="title"/>
          </p:nvPr>
        </p:nvSpPr>
        <p:spPr>
          <a:xfrm>
            <a:off x="299050" y="233324"/>
            <a:ext cx="4480168" cy="1478933"/>
          </a:xfrm>
        </p:spPr>
        <p:txBody>
          <a:bodyPr vert="horz" lIns="91440" tIns="45720" rIns="91440" bIns="45720" rtlCol="0" anchor="b">
            <a:normAutofit/>
          </a:bodyPr>
          <a:lstStyle/>
          <a:p>
            <a:r>
              <a:rPr lang="en-US" sz="5400" dirty="0">
                <a:solidFill>
                  <a:schemeClr val="tx1"/>
                </a:solidFill>
              </a:rPr>
              <a:t>Output</a:t>
            </a:r>
            <a:endParaRPr lang="en-US" dirty="0"/>
          </a:p>
        </p:txBody>
      </p:sp>
      <p:pic>
        <p:nvPicPr>
          <p:cNvPr id="3" name="Picture 2" descr="A screenshot of a computer&#10;&#10;AI-generated content may be incorrect.">
            <a:extLst>
              <a:ext uri="{FF2B5EF4-FFF2-40B4-BE49-F238E27FC236}">
                <a16:creationId xmlns:a16="http://schemas.microsoft.com/office/drawing/2014/main" id="{D3473C62-D738-A70C-0F62-39CCFD648E6D}"/>
              </a:ext>
            </a:extLst>
          </p:cNvPr>
          <p:cNvPicPr>
            <a:picLocks noChangeAspect="1"/>
          </p:cNvPicPr>
          <p:nvPr/>
        </p:nvPicPr>
        <p:blipFill>
          <a:blip r:embed="rId2"/>
          <a:stretch>
            <a:fillRect/>
          </a:stretch>
        </p:blipFill>
        <p:spPr>
          <a:xfrm>
            <a:off x="369484" y="0"/>
            <a:ext cx="11453033" cy="6858000"/>
          </a:xfrm>
          <a:prstGeom prst="rect">
            <a:avLst/>
          </a:prstGeom>
        </p:spPr>
      </p:pic>
    </p:spTree>
    <p:extLst>
      <p:ext uri="{BB962C8B-B14F-4D97-AF65-F5344CB8AC3E}">
        <p14:creationId xmlns:p14="http://schemas.microsoft.com/office/powerpoint/2010/main" val="39319911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E55BEA-0414-5155-4B2E-7FFD73A82BD1}"/>
            </a:ext>
          </a:extLst>
        </p:cNvPr>
        <p:cNvGrpSpPr/>
        <p:nvPr/>
      </p:nvGrpSpPr>
      <p:grpSpPr>
        <a:xfrm>
          <a:off x="0" y="0"/>
          <a:ext cx="0" cy="0"/>
          <a:chOff x="0" y="0"/>
          <a:chExt cx="0" cy="0"/>
        </a:xfrm>
      </p:grpSpPr>
      <p:sp>
        <p:nvSpPr>
          <p:cNvPr id="13" name="Footer Placeholder 4">
            <a:extLst>
              <a:ext uri="{FF2B5EF4-FFF2-40B4-BE49-F238E27FC236}">
                <a16:creationId xmlns:a16="http://schemas.microsoft.com/office/drawing/2014/main" id="{813E01F3-A917-FB4F-D4F3-E03F00AAC2F8}"/>
              </a:ext>
            </a:extLst>
          </p:cNvPr>
          <p:cNvSpPr>
            <a:spLocks noGrp="1"/>
          </p:cNvSpPr>
          <p:nvPr>
            <p:ph type="ftr" sz="quarter" idx="11"/>
          </p:nvPr>
        </p:nvSpPr>
        <p:spPr/>
        <p:txBody>
          <a:bodyPr/>
          <a:lstStyle/>
          <a:p>
            <a:pPr>
              <a:spcAft>
                <a:spcPts val="600"/>
              </a:spcAft>
            </a:pPr>
            <a:r>
              <a:rPr lang="en-US"/>
              <a:t>
              </a:t>
            </a:r>
          </a:p>
        </p:txBody>
      </p:sp>
      <p:sp>
        <p:nvSpPr>
          <p:cNvPr id="15" name="Date Placeholder 5">
            <a:extLst>
              <a:ext uri="{FF2B5EF4-FFF2-40B4-BE49-F238E27FC236}">
                <a16:creationId xmlns:a16="http://schemas.microsoft.com/office/drawing/2014/main" id="{BA6AAF1C-DF9F-540C-CFE0-65460D494DDF}"/>
              </a:ext>
            </a:extLst>
          </p:cNvPr>
          <p:cNvSpPr>
            <a:spLocks noGrp="1"/>
          </p:cNvSpPr>
          <p:nvPr>
            <p:ph type="dt" sz="half" idx="10"/>
          </p:nvPr>
        </p:nvSpPr>
        <p:spPr/>
        <p:txBody>
          <a:bodyPr/>
          <a:lstStyle/>
          <a:p>
            <a:pPr>
              <a:spcAft>
                <a:spcPts val="600"/>
              </a:spcAft>
            </a:pPr>
            <a:fld id="{A5AC8C59-CC0C-43E8-BBB7-BE9115CCA6AA}" type="datetime1">
              <a:rPr lang="en-US" smtClean="0"/>
              <a:pPr>
                <a:spcAft>
                  <a:spcPts val="600"/>
                </a:spcAft>
              </a:pPr>
              <a:t>9/30/2026</a:t>
            </a:fld>
            <a:endParaRPr lang="en-US"/>
          </a:p>
        </p:txBody>
      </p:sp>
      <p:sp>
        <p:nvSpPr>
          <p:cNvPr id="17" name="Slide Number Placeholder 6">
            <a:extLst>
              <a:ext uri="{FF2B5EF4-FFF2-40B4-BE49-F238E27FC236}">
                <a16:creationId xmlns:a16="http://schemas.microsoft.com/office/drawing/2014/main" id="{7BEFC94F-1819-87AB-22DD-F39097A746CD}"/>
              </a:ext>
            </a:extLst>
          </p:cNvPr>
          <p:cNvSpPr>
            <a:spLocks noGrp="1"/>
          </p:cNvSpPr>
          <p:nvPr>
            <p:ph type="sldNum" sz="quarter" idx="12"/>
          </p:nvPr>
        </p:nvSpPr>
        <p:spPr/>
        <p:txBody>
          <a:bodyPr/>
          <a:lstStyle/>
          <a:p>
            <a:pPr>
              <a:spcAft>
                <a:spcPts val="600"/>
              </a:spcAft>
            </a:pPr>
            <a:fld id="{DDF60B60-82CA-4BB9-BA6E-A62FADF2374B}" type="slidenum">
              <a:rPr lang="en-US" smtClean="0"/>
              <a:pPr>
                <a:spcAft>
                  <a:spcPts val="600"/>
                </a:spcAft>
              </a:pPr>
              <a:t>26</a:t>
            </a:fld>
            <a:endParaRPr lang="en-US"/>
          </a:p>
        </p:txBody>
      </p:sp>
      <p:sp>
        <p:nvSpPr>
          <p:cNvPr id="12" name="Title 1">
            <a:extLst>
              <a:ext uri="{FF2B5EF4-FFF2-40B4-BE49-F238E27FC236}">
                <a16:creationId xmlns:a16="http://schemas.microsoft.com/office/drawing/2014/main" id="{082E1078-8F10-2300-2617-966CDB7D1AF1}"/>
              </a:ext>
            </a:extLst>
          </p:cNvPr>
          <p:cNvSpPr>
            <a:spLocks noGrp="1"/>
          </p:cNvSpPr>
          <p:nvPr>
            <p:ph type="title"/>
          </p:nvPr>
        </p:nvSpPr>
        <p:spPr>
          <a:xfrm>
            <a:off x="299050" y="233324"/>
            <a:ext cx="11122507" cy="1162632"/>
          </a:xfrm>
        </p:spPr>
        <p:txBody>
          <a:bodyPr vert="horz" lIns="91440" tIns="45720" rIns="91440" bIns="45720" rtlCol="0" anchor="b">
            <a:normAutofit/>
          </a:bodyPr>
          <a:lstStyle/>
          <a:p>
            <a:r>
              <a:rPr lang="en-US" sz="5400" dirty="0">
                <a:solidFill>
                  <a:schemeClr val="tx1"/>
                </a:solidFill>
              </a:rPr>
              <a:t>Output Summary</a:t>
            </a:r>
            <a:endParaRPr lang="en-US" dirty="0">
              <a:solidFill>
                <a:schemeClr val="tx1"/>
              </a:solidFill>
            </a:endParaRPr>
          </a:p>
        </p:txBody>
      </p:sp>
      <p:pic>
        <p:nvPicPr>
          <p:cNvPr id="2" name="Picture 1" descr="A screenshot of a computer&#10;&#10;AI-generated content may be incorrect.">
            <a:extLst>
              <a:ext uri="{FF2B5EF4-FFF2-40B4-BE49-F238E27FC236}">
                <a16:creationId xmlns:a16="http://schemas.microsoft.com/office/drawing/2014/main" id="{CCC15C7D-B869-CF8D-6994-7B72AB02C8E9}"/>
              </a:ext>
            </a:extLst>
          </p:cNvPr>
          <p:cNvPicPr>
            <a:picLocks noChangeAspect="1"/>
          </p:cNvPicPr>
          <p:nvPr/>
        </p:nvPicPr>
        <p:blipFill>
          <a:blip r:embed="rId3"/>
          <a:stretch>
            <a:fillRect/>
          </a:stretch>
        </p:blipFill>
        <p:spPr>
          <a:xfrm>
            <a:off x="164660" y="1398019"/>
            <a:ext cx="10504816" cy="4723320"/>
          </a:xfrm>
          <a:prstGeom prst="rect">
            <a:avLst/>
          </a:prstGeom>
        </p:spPr>
      </p:pic>
      <p:sp>
        <p:nvSpPr>
          <p:cNvPr id="11" name="Content Placeholder 3">
            <a:extLst>
              <a:ext uri="{FF2B5EF4-FFF2-40B4-BE49-F238E27FC236}">
                <a16:creationId xmlns:a16="http://schemas.microsoft.com/office/drawing/2014/main" id="{468EAD75-F413-2720-D8DC-78B42463B95B}"/>
              </a:ext>
            </a:extLst>
          </p:cNvPr>
          <p:cNvSpPr>
            <a:spLocks noGrp="1"/>
          </p:cNvSpPr>
          <p:nvPr>
            <p:ph sz="quarter" idx="13"/>
          </p:nvPr>
        </p:nvSpPr>
        <p:spPr>
          <a:xfrm>
            <a:off x="6914691" y="1608735"/>
            <a:ext cx="4936057" cy="2749230"/>
          </a:xfrm>
          <a:solidFill>
            <a:schemeClr val="accent2"/>
          </a:solidFill>
        </p:spPr>
        <p:txBody>
          <a:bodyPr vert="horz" lIns="91440" tIns="45720" rIns="91440" bIns="45720" rtlCol="0" anchor="t">
            <a:normAutofit lnSpcReduction="10000"/>
          </a:bodyPr>
          <a:lstStyle/>
          <a:p>
            <a:r>
              <a:rPr lang="en-US" b="1"/>
              <a:t>TP – True positive</a:t>
            </a:r>
          </a:p>
          <a:p>
            <a:r>
              <a:rPr lang="en-US" b="1"/>
              <a:t>FP - False positive</a:t>
            </a:r>
          </a:p>
          <a:p>
            <a:r>
              <a:rPr lang="en-US" b="1"/>
              <a:t>MCC – Matthew correlation coeeficient</a:t>
            </a:r>
          </a:p>
          <a:p>
            <a:r>
              <a:rPr lang="en-US" b="1"/>
              <a:t>ROC Area – Receiver operating characteristic</a:t>
            </a:r>
          </a:p>
          <a:p>
            <a:r>
              <a:rPr lang="en-US" b="1"/>
              <a:t>PRC Precision recall curve</a:t>
            </a:r>
          </a:p>
        </p:txBody>
      </p:sp>
      <p:sp>
        <p:nvSpPr>
          <p:cNvPr id="4" name="Rectangle: Rounded Corners 3">
            <a:extLst>
              <a:ext uri="{FF2B5EF4-FFF2-40B4-BE49-F238E27FC236}">
                <a16:creationId xmlns:a16="http://schemas.microsoft.com/office/drawing/2014/main" id="{4FBF8E42-C8EE-2FF5-13E6-90A7B4C3BFCE}"/>
              </a:ext>
            </a:extLst>
          </p:cNvPr>
          <p:cNvSpPr/>
          <p:nvPr/>
        </p:nvSpPr>
        <p:spPr>
          <a:xfrm>
            <a:off x="814435" y="6127011"/>
            <a:ext cx="9978732" cy="73747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b="1" dirty="0">
                <a:solidFill>
                  <a:schemeClr val="bg2"/>
                </a:solidFill>
              </a:rPr>
              <a:t>We want everything to be higher except FP and All errors</a:t>
            </a:r>
          </a:p>
        </p:txBody>
      </p:sp>
    </p:spTree>
    <p:extLst>
      <p:ext uri="{BB962C8B-B14F-4D97-AF65-F5344CB8AC3E}">
        <p14:creationId xmlns:p14="http://schemas.microsoft.com/office/powerpoint/2010/main" val="30081991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094BB3-29AE-EFBC-AD4C-7BCBD7FDC463}"/>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0278FDD3-9BA1-71DC-8D3C-93911160449C}"/>
              </a:ext>
            </a:extLst>
          </p:cNvPr>
          <p:cNvSpPr>
            <a:spLocks noGrp="1"/>
          </p:cNvSpPr>
          <p:nvPr>
            <p:ph type="title"/>
          </p:nvPr>
        </p:nvSpPr>
        <p:spPr>
          <a:xfrm>
            <a:off x="299050" y="233324"/>
            <a:ext cx="4480168" cy="1478933"/>
          </a:xfrm>
        </p:spPr>
        <p:txBody>
          <a:bodyPr vert="horz" lIns="91440" tIns="45720" rIns="91440" bIns="45720" rtlCol="0" anchor="b">
            <a:normAutofit/>
          </a:bodyPr>
          <a:lstStyle/>
          <a:p>
            <a:r>
              <a:rPr lang="en-US" sz="5400" dirty="0">
                <a:solidFill>
                  <a:schemeClr val="tx1"/>
                </a:solidFill>
              </a:rPr>
              <a:t>Output</a:t>
            </a:r>
          </a:p>
        </p:txBody>
      </p:sp>
      <p:pic>
        <p:nvPicPr>
          <p:cNvPr id="2" name="Picture 1" descr="A screenshot of a computer&#10;&#10;AI-generated content may be incorrect.">
            <a:extLst>
              <a:ext uri="{FF2B5EF4-FFF2-40B4-BE49-F238E27FC236}">
                <a16:creationId xmlns:a16="http://schemas.microsoft.com/office/drawing/2014/main" id="{D530EB66-4C46-45FC-CEBB-F25797A0E141}"/>
              </a:ext>
            </a:extLst>
          </p:cNvPr>
          <p:cNvPicPr>
            <a:picLocks noChangeAspect="1"/>
          </p:cNvPicPr>
          <p:nvPr/>
        </p:nvPicPr>
        <p:blipFill>
          <a:blip r:embed="rId2"/>
          <a:stretch>
            <a:fillRect/>
          </a:stretch>
        </p:blipFill>
        <p:spPr>
          <a:xfrm>
            <a:off x="4085806" y="0"/>
            <a:ext cx="7442200" cy="6858000"/>
          </a:xfrm>
          <a:prstGeom prst="rect">
            <a:avLst/>
          </a:prstGeom>
        </p:spPr>
      </p:pic>
    </p:spTree>
    <p:extLst>
      <p:ext uri="{BB962C8B-B14F-4D97-AF65-F5344CB8AC3E}">
        <p14:creationId xmlns:p14="http://schemas.microsoft.com/office/powerpoint/2010/main" val="30796435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4C319A-6081-3E40-31EC-2B142656ECCC}"/>
              </a:ext>
            </a:extLst>
          </p:cNvPr>
          <p:cNvSpPr>
            <a:spLocks noGrp="1"/>
          </p:cNvSpPr>
          <p:nvPr>
            <p:ph type="title"/>
          </p:nvPr>
        </p:nvSpPr>
        <p:spPr/>
        <p:txBody>
          <a:bodyPr/>
          <a:lstStyle/>
          <a:p>
            <a:r>
              <a:rPr lang="en-GB" dirty="0">
                <a:solidFill>
                  <a:srgbClr val="F3F2ED">
                    <a:alpha val="55000"/>
                  </a:srgbClr>
                </a:solidFill>
              </a:rPr>
              <a:t>demo</a:t>
            </a:r>
            <a:endParaRPr lang="en-GB" dirty="0"/>
          </a:p>
        </p:txBody>
      </p:sp>
      <p:sp>
        <p:nvSpPr>
          <p:cNvPr id="4" name="Footer Placeholder 3">
            <a:extLst>
              <a:ext uri="{FF2B5EF4-FFF2-40B4-BE49-F238E27FC236}">
                <a16:creationId xmlns:a16="http://schemas.microsoft.com/office/drawing/2014/main" id="{22BE76CB-267E-1825-24FE-1CF5650A3617}"/>
              </a:ext>
            </a:extLst>
          </p:cNvPr>
          <p:cNvSpPr>
            <a:spLocks noGrp="1"/>
          </p:cNvSpPr>
          <p:nvPr>
            <p:ph type="ftr" sz="quarter" idx="11"/>
          </p:nvPr>
        </p:nvSpPr>
        <p:spPr/>
        <p:txBody>
          <a:bodyPr/>
          <a:lstStyle/>
          <a:p>
            <a:r>
              <a:rPr lang="en-US" dirty="0"/>
              <a:t>
              </a:t>
            </a:r>
          </a:p>
        </p:txBody>
      </p:sp>
      <p:sp>
        <p:nvSpPr>
          <p:cNvPr id="5" name="Date Placeholder 4">
            <a:extLst>
              <a:ext uri="{FF2B5EF4-FFF2-40B4-BE49-F238E27FC236}">
                <a16:creationId xmlns:a16="http://schemas.microsoft.com/office/drawing/2014/main" id="{2FFE67D9-1BA6-FBFC-422F-14F561969366}"/>
              </a:ext>
            </a:extLst>
          </p:cNvPr>
          <p:cNvSpPr>
            <a:spLocks noGrp="1"/>
          </p:cNvSpPr>
          <p:nvPr>
            <p:ph type="dt" sz="half" idx="10"/>
          </p:nvPr>
        </p:nvSpPr>
        <p:spPr/>
        <p:txBody>
          <a:bodyPr/>
          <a:lstStyle/>
          <a:p>
            <a:fld id="{99130508-F50B-41B4-86D0-8021BD2CA07D}" type="datetime1">
              <a:t>9/30/2026</a:t>
            </a:fld>
            <a:endParaRPr lang="en-US" dirty="0"/>
          </a:p>
        </p:txBody>
      </p:sp>
      <p:sp>
        <p:nvSpPr>
          <p:cNvPr id="6" name="Slide Number Placeholder 5">
            <a:extLst>
              <a:ext uri="{FF2B5EF4-FFF2-40B4-BE49-F238E27FC236}">
                <a16:creationId xmlns:a16="http://schemas.microsoft.com/office/drawing/2014/main" id="{E1C86ACC-FDC4-120C-DD03-703C804D93DD}"/>
              </a:ext>
            </a:extLst>
          </p:cNvPr>
          <p:cNvSpPr>
            <a:spLocks noGrp="1"/>
          </p:cNvSpPr>
          <p:nvPr>
            <p:ph type="sldNum" sz="quarter" idx="12"/>
          </p:nvPr>
        </p:nvSpPr>
        <p:spPr/>
        <p:txBody>
          <a:bodyPr/>
          <a:lstStyle/>
          <a:p>
            <a:fld id="{DDF60B60-82CA-4BB9-BA6E-A62FADF2374B}" type="slidenum">
              <a:rPr lang="en-US" dirty="0"/>
              <a:t>28</a:t>
            </a:fld>
            <a:endParaRPr lang="en-US" dirty="0"/>
          </a:p>
        </p:txBody>
      </p:sp>
    </p:spTree>
    <p:extLst>
      <p:ext uri="{BB962C8B-B14F-4D97-AF65-F5344CB8AC3E}">
        <p14:creationId xmlns:p14="http://schemas.microsoft.com/office/powerpoint/2010/main" val="34257853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16113-0287-B369-4A38-D224DC00C45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F2A9F6-38CA-A9C6-14C2-9162F76969C4}"/>
              </a:ext>
            </a:extLst>
          </p:cNvPr>
          <p:cNvSpPr>
            <a:spLocks noGrp="1"/>
          </p:cNvSpPr>
          <p:nvPr>
            <p:ph sz="quarter" idx="13"/>
          </p:nvPr>
        </p:nvSpPr>
        <p:spPr>
          <a:xfrm>
            <a:off x="307645" y="2249592"/>
            <a:ext cx="11272063" cy="3787062"/>
          </a:xfrm>
        </p:spPr>
        <p:txBody>
          <a:bodyPr vert="horz" lIns="91440" tIns="45720" rIns="91440" bIns="45720" rtlCol="0" anchor="t">
            <a:normAutofit/>
          </a:bodyPr>
          <a:lstStyle/>
          <a:p>
            <a:pPr>
              <a:lnSpc>
                <a:spcPct val="90000"/>
              </a:lnSpc>
            </a:pPr>
            <a:r>
              <a:rPr lang="en-US" sz="2800">
                <a:solidFill>
                  <a:srgbClr val="FF0000"/>
                </a:solidFill>
              </a:rPr>
              <a:t>Save everything </a:t>
            </a:r>
            <a:r>
              <a:rPr lang="en-US" sz="2800">
                <a:solidFill>
                  <a:srgbClr val="131313"/>
                </a:solidFill>
              </a:rPr>
              <a:t>(data and code) from Project 1 as you will build upon it for Project 2</a:t>
            </a:r>
          </a:p>
          <a:p>
            <a:pPr>
              <a:lnSpc>
                <a:spcPct val="90000"/>
              </a:lnSpc>
            </a:pPr>
            <a:endParaRPr lang="en-US" sz="2800" dirty="0">
              <a:solidFill>
                <a:srgbClr val="131313"/>
              </a:solidFill>
            </a:endParaRPr>
          </a:p>
          <a:p>
            <a:pPr>
              <a:lnSpc>
                <a:spcPct val="90000"/>
              </a:lnSpc>
            </a:pPr>
            <a:r>
              <a:rPr lang="en-US" sz="2800">
                <a:solidFill>
                  <a:srgbClr val="131313"/>
                </a:solidFill>
              </a:rPr>
              <a:t>Upload only 1 copy of results under any team member name – use the same name for both Projects</a:t>
            </a:r>
          </a:p>
          <a:p>
            <a:endParaRPr lang="en-US" b="1" dirty="0"/>
          </a:p>
        </p:txBody>
      </p:sp>
      <p:sp>
        <p:nvSpPr>
          <p:cNvPr id="7" name="Title 3">
            <a:extLst>
              <a:ext uri="{FF2B5EF4-FFF2-40B4-BE49-F238E27FC236}">
                <a16:creationId xmlns:a16="http://schemas.microsoft.com/office/drawing/2014/main" id="{29C6C84F-BC80-995A-93E7-21B2D0ED321D}"/>
              </a:ext>
            </a:extLst>
          </p:cNvPr>
          <p:cNvSpPr txBox="1">
            <a:spLocks/>
          </p:cNvSpPr>
          <p:nvPr/>
        </p:nvSpPr>
        <p:spPr>
          <a:xfrm>
            <a:off x="457201" y="318582"/>
            <a:ext cx="11122507" cy="116263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7200" kern="1200" cap="all" baseline="0">
                <a:solidFill>
                  <a:schemeClr val="accent1"/>
                </a:solidFill>
                <a:latin typeface="+mj-lt"/>
                <a:ea typeface="+mj-ea"/>
                <a:cs typeface="+mj-cs"/>
              </a:defRPr>
            </a:lvl1pPr>
          </a:lstStyle>
          <a:p>
            <a:r>
              <a:rPr lang="en-US" sz="4400" dirty="0">
                <a:solidFill>
                  <a:srgbClr val="131313"/>
                </a:solidFill>
              </a:rPr>
              <a:t>important</a:t>
            </a:r>
            <a:endParaRPr lang="en-US" dirty="0"/>
          </a:p>
        </p:txBody>
      </p:sp>
    </p:spTree>
    <p:extLst>
      <p:ext uri="{BB962C8B-B14F-4D97-AF65-F5344CB8AC3E}">
        <p14:creationId xmlns:p14="http://schemas.microsoft.com/office/powerpoint/2010/main" val="189111878"/>
      </p:ext>
    </p:extLst>
  </p:cSld>
  <p:clrMapOvr>
    <a:masterClrMapping/>
  </p:clrMapOvr>
</p:sld>
</file>

<file path=ppt/theme/theme1.xml><?xml version="1.0" encoding="utf-8"?>
<a:theme xmlns:a="http://schemas.openxmlformats.org/drawingml/2006/main" name="Shoji">
  <a:themeElements>
    <a:clrScheme name="Shoji">
      <a:dk1>
        <a:srgbClr val="131313"/>
      </a:dk1>
      <a:lt1>
        <a:sysClr val="window" lastClr="FFFFFF"/>
      </a:lt1>
      <a:dk2>
        <a:srgbClr val="1D3433"/>
      </a:dk2>
      <a:lt2>
        <a:srgbClr val="F3F2ED"/>
      </a:lt2>
      <a:accent1>
        <a:srgbClr val="7C5C3E"/>
      </a:accent1>
      <a:accent2>
        <a:srgbClr val="B8A189"/>
      </a:accent2>
      <a:accent3>
        <a:srgbClr val="A1A696"/>
      </a:accent3>
      <a:accent4>
        <a:srgbClr val="566868"/>
      </a:accent4>
      <a:accent5>
        <a:srgbClr val="786F50"/>
      </a:accent5>
      <a:accent6>
        <a:srgbClr val="A9A375"/>
      </a:accent6>
      <a:hlink>
        <a:srgbClr val="B1785F"/>
      </a:hlink>
      <a:folHlink>
        <a:srgbClr val="6C7F7F"/>
      </a:folHlink>
    </a:clrScheme>
    <a:fontScheme name="Shoji">
      <a:majorFont>
        <a:latin typeface="Walbaum Display"/>
        <a:ea typeface=""/>
        <a:cs typeface=""/>
      </a:majorFont>
      <a:minorFont>
        <a:latin typeface="Aptos Light"/>
        <a:ea typeface=""/>
        <a:cs typeface=""/>
      </a:minorFont>
    </a:fontScheme>
    <a:fmtScheme name="Shoj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Shoji" id="{7C0904FA-0AD1-4483-A5D4-099F50FF4C45}" vid="{404A0E70-4EB4-4278-A584-7A679A276E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7F35D402E7F2845BBFBD5193E69C716" ma:contentTypeVersion="10" ma:contentTypeDescription="Create a new document." ma:contentTypeScope="" ma:versionID="72bf2b1e9ec274aa0cc86f87c6032656">
  <xsd:schema xmlns:xsd="http://www.w3.org/2001/XMLSchema" xmlns:xs="http://www.w3.org/2001/XMLSchema" xmlns:p="http://schemas.microsoft.com/office/2006/metadata/properties" xmlns:ns2="2e909ff9-7919-41a9-a5ba-794d317116ea" xmlns:ns3="6f3899f1-b1fd-4fc3-88fd-0cc542015769" targetNamespace="http://schemas.microsoft.com/office/2006/metadata/properties" ma:root="true" ma:fieldsID="0efc1e3274a127d987f4a45932a4f201" ns2:_="" ns3:_="">
    <xsd:import namespace="2e909ff9-7919-41a9-a5ba-794d317116ea"/>
    <xsd:import namespace="6f3899f1-b1fd-4fc3-88fd-0cc54201576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e909ff9-7919-41a9-a5ba-794d317116e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1d038b50-52dc-447d-ac2e-a29bd036c4b1"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6f3899f1-b1fd-4fc3-88fd-0cc542015769"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185fa15c-f2dd-4d4c-bbaa-559d2dbec66f}" ma:internalName="TaxCatchAll" ma:showField="CatchAllData" ma:web="6f3899f1-b1fd-4fc3-88fd-0cc54201576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e909ff9-7919-41a9-a5ba-794d317116ea">
      <Terms xmlns="http://schemas.microsoft.com/office/infopath/2007/PartnerControls"/>
    </lcf76f155ced4ddcb4097134ff3c332f>
    <TaxCatchAll xmlns="6f3899f1-b1fd-4fc3-88fd-0cc542015769" xsi:nil="true"/>
  </documentManagement>
</p:properties>
</file>

<file path=customXml/itemProps1.xml><?xml version="1.0" encoding="utf-8"?>
<ds:datastoreItem xmlns:ds="http://schemas.openxmlformats.org/officeDocument/2006/customXml" ds:itemID="{8E4354EB-59AC-47B3-B0B4-BAB732232907}">
  <ds:schemaRefs>
    <ds:schemaRef ds:uri="http://schemas.microsoft.com/sharepoint/v3/contenttype/forms"/>
  </ds:schemaRefs>
</ds:datastoreItem>
</file>

<file path=customXml/itemProps2.xml><?xml version="1.0" encoding="utf-8"?>
<ds:datastoreItem xmlns:ds="http://schemas.openxmlformats.org/officeDocument/2006/customXml" ds:itemID="{C88F9941-A328-43EA-BCE2-0696A1F777A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e909ff9-7919-41a9-a5ba-794d317116ea"/>
    <ds:schemaRef ds:uri="6f3899f1-b1fd-4fc3-88fd-0cc54201576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8E37618-0AF0-4383-9803-12A4F67DE9E6}">
  <ds:schemaRefs>
    <ds:schemaRef ds:uri="http://schemas.microsoft.com/office/2006/metadata/properties"/>
    <ds:schemaRef ds:uri="http://schemas.microsoft.com/office/infopath/2007/PartnerControls"/>
    <ds:schemaRef ds:uri="2e909ff9-7919-41a9-a5ba-794d317116ea"/>
    <ds:schemaRef ds:uri="6f3899f1-b1fd-4fc3-88fd-0cc542015769"/>
  </ds:schemaRefs>
</ds:datastoreItem>
</file>

<file path=docProps/app.xml><?xml version="1.0" encoding="utf-8"?>
<Properties xmlns="http://schemas.openxmlformats.org/officeDocument/2006/extended-properties" xmlns:vt="http://schemas.openxmlformats.org/officeDocument/2006/docPropsVTypes">
  <TotalTime>6712</TotalTime>
  <Words>1564</Words>
  <Application>Microsoft Office PowerPoint</Application>
  <PresentationFormat>Widescreen</PresentationFormat>
  <Paragraphs>222</Paragraphs>
  <Slides>29</Slides>
  <Notes>11</Notes>
  <HiddenSlides>0</HiddenSlides>
  <MMClips>0</MMClip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Shoji</vt:lpstr>
      <vt:lpstr>Smart Watches, Weka, and Programming Assignment</vt:lpstr>
      <vt:lpstr>overview</vt:lpstr>
      <vt:lpstr>Smartwatch</vt:lpstr>
      <vt:lpstr>PowerPoint Presentation</vt:lpstr>
      <vt:lpstr>PowerPoint Presentation</vt:lpstr>
      <vt:lpstr>ASUS Zenwatch2</vt:lpstr>
      <vt:lpstr>wada</vt:lpstr>
      <vt:lpstr>PowerPoint Presentation</vt:lpstr>
      <vt:lpstr>PowerPoint Presentation</vt:lpstr>
      <vt:lpstr>CONNECT WATCH TO system</vt:lpstr>
      <vt:lpstr>PowerPoint Presentation</vt:lpstr>
      <vt:lpstr>PowerPoint Presentation</vt:lpstr>
      <vt:lpstr>Subject + Hand + activity + additional info </vt:lpstr>
      <vt:lpstr>PowerPoint Presentation</vt:lpstr>
      <vt:lpstr>PowerPoint Presentation</vt:lpstr>
      <vt:lpstr>PowerPoint Presentation</vt:lpstr>
      <vt:lpstr>PowerPoint Presentation</vt:lpstr>
      <vt:lpstr>File Name</vt:lpstr>
      <vt:lpstr>Retrieve Data</vt:lpstr>
      <vt:lpstr>Weka</vt:lpstr>
      <vt:lpstr>Weka Home Page</vt:lpstr>
      <vt:lpstr>Loading dataset</vt:lpstr>
      <vt:lpstr>Inspecting dataset</vt:lpstr>
      <vt:lpstr>Running the classifier</vt:lpstr>
      <vt:lpstr>Output</vt:lpstr>
      <vt:lpstr>Output Summary</vt:lpstr>
      <vt:lpstr>Output</vt:lpstr>
      <vt:lpstr>demo</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Bethapuri, Sree Deeksha (bub5jm)</dc:creator>
  <cp:lastModifiedBy>Bethapuri, Sree Deeksha (bub5jm)</cp:lastModifiedBy>
  <cp:revision>920</cp:revision>
  <dcterms:created xsi:type="dcterms:W3CDTF">2026-08-31T20:46:46Z</dcterms:created>
  <dcterms:modified xsi:type="dcterms:W3CDTF">2026-09-30T19:27:40Z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0x010100E7F35D402E7F2845BBFBD5193E69C716</vt:lpwstr>
  </property>
  <property fmtid="{D5CDD505-2E9C-101B-9397-08002B2CF9AE}" pid="3" name="MediaServiceImageTags">
    <vt:lpwstr/>
  </property>
</Properties>
</file>